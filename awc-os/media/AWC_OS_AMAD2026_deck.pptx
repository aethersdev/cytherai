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8" r:id="rId22"/>
    <p:sldId id="266" r:id="rId16"/>
    <p:sldId id="267" r:id="rId17"/>
  </p:sldIdLst>
  <p:sldSz cy="16459200" cx="63398400"/>
  <p:notesSz cx="6858000" cy="9144000"/>
  <p:embeddedFontLst>
    <p:embeddedFont>
      <p:font typeface="IBM Plex Sans Arabic Medium"/>
      <p:regular r:id="rId18"/>
      <p:bold r:id="rId19"/>
    </p:embeddedFont>
    <p:embeddedFont>
      <p:font typeface="IBM Plex Sans Arabic"/>
      <p:regular r:id="rId20"/>
      <p:bold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37222">
          <p15:clr>
            <a:srgbClr val="747775"/>
          </p15:clr>
        </p15:guide>
        <p15:guide id="2" orient="horz" pos="1789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7222"/>
        <p:guide pos="1789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font" Target="fonts/IBMPlexSansArabicMedium-regular.fntdata"/><Relationship Id="rId19" Type="http://schemas.openxmlformats.org/officeDocument/2006/relationships/font" Target="fonts/IBMPlexSansArabicMedium-bold.fntdata"/><Relationship Id="rId20" Type="http://schemas.openxmlformats.org/officeDocument/2006/relationships/font" Target="fonts/IBMPlexSansArabic-regular.fntdata"/><Relationship Id="rId21" Type="http://schemas.openxmlformats.org/officeDocument/2006/relationships/font" Target="fonts/IBMPlexSansArabic-bold.fntdata"/><Relationship Id="rId22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-3174677" y="685800"/>
            <a:ext cx="132081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:notes"/>
          <p:cNvSpPr/>
          <p:nvPr>
            <p:ph idx="2" type="sldImg"/>
          </p:nvPr>
        </p:nvSpPr>
        <p:spPr>
          <a:xfrm>
            <a:off x="-3174677" y="685800"/>
            <a:ext cx="132081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f7f41eea15_0_0:notes"/>
          <p:cNvSpPr/>
          <p:nvPr>
            <p:ph idx="2" type="sldImg"/>
          </p:nvPr>
        </p:nvSpPr>
        <p:spPr>
          <a:xfrm>
            <a:off x="-3174677" y="685800"/>
            <a:ext cx="132081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2f7f41eea1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a30e631f14_0_0:notes"/>
          <p:cNvSpPr/>
          <p:nvPr>
            <p:ph idx="2" type="sldImg"/>
          </p:nvPr>
        </p:nvSpPr>
        <p:spPr>
          <a:xfrm>
            <a:off x="-3174677" y="685800"/>
            <a:ext cx="132081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a30e631f1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cbcd0d2834_0_13:notes"/>
          <p:cNvSpPr/>
          <p:nvPr>
            <p:ph idx="2" type="sldImg"/>
          </p:nvPr>
        </p:nvSpPr>
        <p:spPr>
          <a:xfrm>
            <a:off x="-3174677" y="685800"/>
            <a:ext cx="132081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cbcd0d2834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a30e631f14_0_32:notes"/>
          <p:cNvSpPr/>
          <p:nvPr>
            <p:ph idx="2" type="sldImg"/>
          </p:nvPr>
        </p:nvSpPr>
        <p:spPr>
          <a:xfrm>
            <a:off x="-3174677" y="685800"/>
            <a:ext cx="132081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a30e631f14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cbcd0d2834_0_2:notes"/>
          <p:cNvSpPr/>
          <p:nvPr>
            <p:ph idx="2" type="sldImg"/>
          </p:nvPr>
        </p:nvSpPr>
        <p:spPr>
          <a:xfrm>
            <a:off x="-3174677" y="685800"/>
            <a:ext cx="132081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cbcd0d2834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cbcd0d2834_0_7:notes"/>
          <p:cNvSpPr/>
          <p:nvPr>
            <p:ph idx="2" type="sldImg"/>
          </p:nvPr>
        </p:nvSpPr>
        <p:spPr>
          <a:xfrm>
            <a:off x="-3174677" y="685800"/>
            <a:ext cx="132081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cbcd0d2834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cbcd0d2834_0_18:notes"/>
          <p:cNvSpPr/>
          <p:nvPr>
            <p:ph idx="2" type="sldImg"/>
          </p:nvPr>
        </p:nvSpPr>
        <p:spPr>
          <a:xfrm>
            <a:off x="-3174677" y="685800"/>
            <a:ext cx="132081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cbcd0d2834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cbcd0d2834_0_23:notes"/>
          <p:cNvSpPr/>
          <p:nvPr>
            <p:ph idx="2" type="sldImg"/>
          </p:nvPr>
        </p:nvSpPr>
        <p:spPr>
          <a:xfrm>
            <a:off x="-3174677" y="685800"/>
            <a:ext cx="132081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cbcd0d2834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a30e631f14_0_434:notes"/>
          <p:cNvSpPr/>
          <p:nvPr>
            <p:ph idx="2" type="sldImg"/>
          </p:nvPr>
        </p:nvSpPr>
        <p:spPr>
          <a:xfrm>
            <a:off x="-3174677" y="685800"/>
            <a:ext cx="132081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a30e631f14_0_4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bcd0d2834_0_30:notes"/>
          <p:cNvSpPr/>
          <p:nvPr>
            <p:ph idx="2" type="sldImg"/>
          </p:nvPr>
        </p:nvSpPr>
        <p:spPr>
          <a:xfrm>
            <a:off x="-3174677" y="685800"/>
            <a:ext cx="132081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bcd0d2834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109b299f25_1_178:notes"/>
          <p:cNvSpPr/>
          <p:nvPr>
            <p:ph idx="2" type="sldImg"/>
          </p:nvPr>
        </p:nvSpPr>
        <p:spPr>
          <a:xfrm>
            <a:off x="-3174677" y="685800"/>
            <a:ext cx="132081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109b299f25_1_1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2161178" y="2382640"/>
            <a:ext cx="59076300" cy="6568200"/>
          </a:xfrm>
          <a:prstGeom prst="rect">
            <a:avLst/>
          </a:prstGeom>
        </p:spPr>
        <p:txBody>
          <a:bodyPr anchorCtr="0" anchor="b" bIns="561775" lIns="561775" spcFirstLastPara="1" rIns="561775" wrap="square" tIns="5617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1956"/>
              <a:buNone/>
              <a:defRPr sz="31956"/>
            </a:lvl1pPr>
            <a:lvl2pPr lvl="1" algn="ctr">
              <a:spcBef>
                <a:spcPts val="0"/>
              </a:spcBef>
              <a:spcAft>
                <a:spcPts val="0"/>
              </a:spcAft>
              <a:buSzPts val="31956"/>
              <a:buNone/>
              <a:defRPr sz="31956"/>
            </a:lvl2pPr>
            <a:lvl3pPr lvl="2" algn="ctr">
              <a:spcBef>
                <a:spcPts val="0"/>
              </a:spcBef>
              <a:spcAft>
                <a:spcPts val="0"/>
              </a:spcAft>
              <a:buSzPts val="31956"/>
              <a:buNone/>
              <a:defRPr sz="31956"/>
            </a:lvl3pPr>
            <a:lvl4pPr lvl="3" algn="ctr">
              <a:spcBef>
                <a:spcPts val="0"/>
              </a:spcBef>
              <a:spcAft>
                <a:spcPts val="0"/>
              </a:spcAft>
              <a:buSzPts val="31956"/>
              <a:buNone/>
              <a:defRPr sz="31956"/>
            </a:lvl4pPr>
            <a:lvl5pPr lvl="4" algn="ctr">
              <a:spcBef>
                <a:spcPts val="0"/>
              </a:spcBef>
              <a:spcAft>
                <a:spcPts val="0"/>
              </a:spcAft>
              <a:buSzPts val="31956"/>
              <a:buNone/>
              <a:defRPr sz="31956"/>
            </a:lvl5pPr>
            <a:lvl6pPr lvl="5" algn="ctr">
              <a:spcBef>
                <a:spcPts val="0"/>
              </a:spcBef>
              <a:spcAft>
                <a:spcPts val="0"/>
              </a:spcAft>
              <a:buSzPts val="31956"/>
              <a:buNone/>
              <a:defRPr sz="31956"/>
            </a:lvl6pPr>
            <a:lvl7pPr lvl="6" algn="ctr">
              <a:spcBef>
                <a:spcPts val="0"/>
              </a:spcBef>
              <a:spcAft>
                <a:spcPts val="0"/>
              </a:spcAft>
              <a:buSzPts val="31956"/>
              <a:buNone/>
              <a:defRPr sz="31956"/>
            </a:lvl7pPr>
            <a:lvl8pPr lvl="7" algn="ctr">
              <a:spcBef>
                <a:spcPts val="0"/>
              </a:spcBef>
              <a:spcAft>
                <a:spcPts val="0"/>
              </a:spcAft>
              <a:buSzPts val="31956"/>
              <a:buNone/>
              <a:defRPr sz="31956"/>
            </a:lvl8pPr>
            <a:lvl9pPr lvl="8" algn="ctr">
              <a:spcBef>
                <a:spcPts val="0"/>
              </a:spcBef>
              <a:spcAft>
                <a:spcPts val="0"/>
              </a:spcAft>
              <a:buSzPts val="31956"/>
              <a:buNone/>
              <a:defRPr sz="31956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2161120" y="9069200"/>
            <a:ext cx="59076300" cy="2536200"/>
          </a:xfrm>
          <a:prstGeom prst="rect">
            <a:avLst/>
          </a:prstGeom>
        </p:spPr>
        <p:txBody>
          <a:bodyPr anchorCtr="0" anchor="t" bIns="561775" lIns="561775" spcFirstLastPara="1" rIns="561775" wrap="square" tIns="5617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58742374" y="14922294"/>
            <a:ext cx="3804300" cy="1259400"/>
          </a:xfrm>
          <a:prstGeom prst="rect">
            <a:avLst/>
          </a:prstGeom>
        </p:spPr>
        <p:txBody>
          <a:bodyPr anchorCtr="0" anchor="ctr" bIns="561775" lIns="561775" spcFirstLastPara="1" rIns="561775" wrap="square" tIns="561775">
            <a:normAutofit fontScale="25000" lnSpcReduction="20000"/>
          </a:bodyPr>
          <a:lstStyle>
            <a:lvl1pPr lvl="0">
              <a:buNone/>
              <a:defRPr sz="6145"/>
            </a:lvl1pPr>
            <a:lvl2pPr lvl="1">
              <a:buNone/>
              <a:defRPr sz="6145"/>
            </a:lvl2pPr>
            <a:lvl3pPr lvl="2">
              <a:buNone/>
              <a:defRPr sz="6145"/>
            </a:lvl3pPr>
            <a:lvl4pPr lvl="3">
              <a:buNone/>
              <a:defRPr sz="6145"/>
            </a:lvl4pPr>
            <a:lvl5pPr lvl="4">
              <a:buNone/>
              <a:defRPr sz="6145"/>
            </a:lvl5pPr>
            <a:lvl6pPr lvl="5">
              <a:buNone/>
              <a:defRPr sz="6145"/>
            </a:lvl6pPr>
            <a:lvl7pPr lvl="6">
              <a:buNone/>
              <a:defRPr sz="6145"/>
            </a:lvl7pPr>
            <a:lvl8pPr lvl="7">
              <a:buNone/>
              <a:defRPr sz="6145"/>
            </a:lvl8pPr>
            <a:lvl9pPr lvl="8">
              <a:buNone/>
              <a:defRPr sz="614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2161120" y="6882720"/>
            <a:ext cx="59076300" cy="2693700"/>
          </a:xfrm>
          <a:prstGeom prst="rect">
            <a:avLst/>
          </a:prstGeom>
        </p:spPr>
        <p:txBody>
          <a:bodyPr anchorCtr="0" anchor="ctr" bIns="561775" lIns="561775" spcFirstLastPara="1" rIns="561775" wrap="square" tIns="5617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123"/>
              <a:buNone/>
              <a:defRPr sz="22123"/>
            </a:lvl1pPr>
            <a:lvl2pPr lvl="1" algn="ctr">
              <a:spcBef>
                <a:spcPts val="0"/>
              </a:spcBef>
              <a:spcAft>
                <a:spcPts val="0"/>
              </a:spcAft>
              <a:buSzPts val="22123"/>
              <a:buNone/>
              <a:defRPr sz="22123"/>
            </a:lvl2pPr>
            <a:lvl3pPr lvl="2" algn="ctr">
              <a:spcBef>
                <a:spcPts val="0"/>
              </a:spcBef>
              <a:spcAft>
                <a:spcPts val="0"/>
              </a:spcAft>
              <a:buSzPts val="22123"/>
              <a:buNone/>
              <a:defRPr sz="22123"/>
            </a:lvl3pPr>
            <a:lvl4pPr lvl="3" algn="ctr">
              <a:spcBef>
                <a:spcPts val="0"/>
              </a:spcBef>
              <a:spcAft>
                <a:spcPts val="0"/>
              </a:spcAft>
              <a:buSzPts val="22123"/>
              <a:buNone/>
              <a:defRPr sz="22123"/>
            </a:lvl4pPr>
            <a:lvl5pPr lvl="4" algn="ctr">
              <a:spcBef>
                <a:spcPts val="0"/>
              </a:spcBef>
              <a:spcAft>
                <a:spcPts val="0"/>
              </a:spcAft>
              <a:buSzPts val="22123"/>
              <a:buNone/>
              <a:defRPr sz="22123"/>
            </a:lvl5pPr>
            <a:lvl6pPr lvl="5" algn="ctr">
              <a:spcBef>
                <a:spcPts val="0"/>
              </a:spcBef>
              <a:spcAft>
                <a:spcPts val="0"/>
              </a:spcAft>
              <a:buSzPts val="22123"/>
              <a:buNone/>
              <a:defRPr sz="22123"/>
            </a:lvl6pPr>
            <a:lvl7pPr lvl="6" algn="ctr">
              <a:spcBef>
                <a:spcPts val="0"/>
              </a:spcBef>
              <a:spcAft>
                <a:spcPts val="0"/>
              </a:spcAft>
              <a:buSzPts val="22123"/>
              <a:buNone/>
              <a:defRPr sz="22123"/>
            </a:lvl7pPr>
            <a:lvl8pPr lvl="7" algn="ctr">
              <a:spcBef>
                <a:spcPts val="0"/>
              </a:spcBef>
              <a:spcAft>
                <a:spcPts val="0"/>
              </a:spcAft>
              <a:buSzPts val="22123"/>
              <a:buNone/>
              <a:defRPr sz="22123"/>
            </a:lvl8pPr>
            <a:lvl9pPr lvl="8" algn="ctr">
              <a:spcBef>
                <a:spcPts val="0"/>
              </a:spcBef>
              <a:spcAft>
                <a:spcPts val="0"/>
              </a:spcAft>
              <a:buSzPts val="22123"/>
              <a:buNone/>
              <a:defRPr sz="22123"/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58742374" y="14922294"/>
            <a:ext cx="3804300" cy="1259400"/>
          </a:xfrm>
          <a:prstGeom prst="rect">
            <a:avLst/>
          </a:prstGeom>
        </p:spPr>
        <p:txBody>
          <a:bodyPr anchorCtr="0" anchor="ctr" bIns="561775" lIns="561775" spcFirstLastPara="1" rIns="561775" wrap="square" tIns="561775">
            <a:normAutofit fontScale="25000" lnSpcReduction="20000"/>
          </a:bodyPr>
          <a:lstStyle>
            <a:lvl1pPr lvl="0">
              <a:buNone/>
              <a:defRPr sz="6145"/>
            </a:lvl1pPr>
            <a:lvl2pPr lvl="1">
              <a:buNone/>
              <a:defRPr sz="6145"/>
            </a:lvl2pPr>
            <a:lvl3pPr lvl="2">
              <a:buNone/>
              <a:defRPr sz="6145"/>
            </a:lvl3pPr>
            <a:lvl4pPr lvl="3">
              <a:buNone/>
              <a:defRPr sz="6145"/>
            </a:lvl4pPr>
            <a:lvl5pPr lvl="4">
              <a:buNone/>
              <a:defRPr sz="6145"/>
            </a:lvl5pPr>
            <a:lvl6pPr lvl="5">
              <a:buNone/>
              <a:defRPr sz="6145"/>
            </a:lvl6pPr>
            <a:lvl7pPr lvl="6">
              <a:buNone/>
              <a:defRPr sz="6145"/>
            </a:lvl7pPr>
            <a:lvl8pPr lvl="7">
              <a:buNone/>
              <a:defRPr sz="6145"/>
            </a:lvl8pPr>
            <a:lvl9pPr lvl="8">
              <a:buNone/>
              <a:defRPr sz="614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/>
          <p:nvPr>
            <p:ph type="title"/>
          </p:nvPr>
        </p:nvSpPr>
        <p:spPr>
          <a:xfrm>
            <a:off x="2161120" y="1424080"/>
            <a:ext cx="59076300" cy="1832700"/>
          </a:xfrm>
          <a:prstGeom prst="rect">
            <a:avLst/>
          </a:prstGeom>
        </p:spPr>
        <p:txBody>
          <a:bodyPr anchorCtr="0" anchor="t" bIns="561775" lIns="561775" spcFirstLastPara="1" rIns="561775" wrap="square" tIns="5617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1pPr>
            <a:lvl2pPr lvl="1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2pPr>
            <a:lvl3pPr lvl="2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3pPr>
            <a:lvl4pPr lvl="3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4pPr>
            <a:lvl5pPr lvl="4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5pPr>
            <a:lvl6pPr lvl="5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6pPr>
            <a:lvl7pPr lvl="6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7pPr>
            <a:lvl8pPr lvl="7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8pPr>
            <a:lvl9pPr lvl="8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2161120" y="3687920"/>
            <a:ext cx="59076300" cy="10932600"/>
          </a:xfrm>
          <a:prstGeom prst="rect">
            <a:avLst/>
          </a:prstGeom>
        </p:spPr>
        <p:txBody>
          <a:bodyPr anchorCtr="0" anchor="t" bIns="561775" lIns="561775" spcFirstLastPara="1" rIns="561775" wrap="square" tIns="561775">
            <a:normAutofit/>
          </a:bodyPr>
          <a:lstStyle>
            <a:lvl1pPr indent="-931018" lvl="0" marL="457200">
              <a:spcBef>
                <a:spcPts val="0"/>
              </a:spcBef>
              <a:spcAft>
                <a:spcPts val="0"/>
              </a:spcAft>
              <a:buSzPts val="11062"/>
              <a:buChar char="●"/>
              <a:defRPr sz="11062"/>
            </a:lvl1pPr>
            <a:lvl2pPr indent="-774924" lvl="1" marL="914400">
              <a:spcBef>
                <a:spcPts val="0"/>
              </a:spcBef>
              <a:spcAft>
                <a:spcPts val="0"/>
              </a:spcAft>
              <a:buSzPts val="8604"/>
              <a:buChar char="○"/>
              <a:defRPr sz="8604"/>
            </a:lvl2pPr>
            <a:lvl3pPr indent="-774924" lvl="2" marL="1371600">
              <a:spcBef>
                <a:spcPts val="0"/>
              </a:spcBef>
              <a:spcAft>
                <a:spcPts val="0"/>
              </a:spcAft>
              <a:buSzPts val="8604"/>
              <a:buChar char="■"/>
              <a:defRPr sz="8604"/>
            </a:lvl3pPr>
            <a:lvl4pPr indent="-774924" lvl="3" marL="1828800">
              <a:spcBef>
                <a:spcPts val="0"/>
              </a:spcBef>
              <a:spcAft>
                <a:spcPts val="0"/>
              </a:spcAft>
              <a:buSzPts val="8604"/>
              <a:buChar char="●"/>
              <a:defRPr sz="8604"/>
            </a:lvl4pPr>
            <a:lvl5pPr indent="-774924" lvl="4" marL="2286000">
              <a:spcBef>
                <a:spcPts val="0"/>
              </a:spcBef>
              <a:spcAft>
                <a:spcPts val="0"/>
              </a:spcAft>
              <a:buSzPts val="8604"/>
              <a:buChar char="○"/>
              <a:defRPr sz="8604"/>
            </a:lvl5pPr>
            <a:lvl6pPr indent="-774924" lvl="5" marL="2743200">
              <a:spcBef>
                <a:spcPts val="0"/>
              </a:spcBef>
              <a:spcAft>
                <a:spcPts val="0"/>
              </a:spcAft>
              <a:buSzPts val="8604"/>
              <a:buChar char="■"/>
              <a:defRPr sz="8604"/>
            </a:lvl6pPr>
            <a:lvl7pPr indent="-774924" lvl="6" marL="3200400">
              <a:spcBef>
                <a:spcPts val="0"/>
              </a:spcBef>
              <a:spcAft>
                <a:spcPts val="0"/>
              </a:spcAft>
              <a:buSzPts val="8604"/>
              <a:buChar char="●"/>
              <a:defRPr sz="8604"/>
            </a:lvl7pPr>
            <a:lvl8pPr indent="-774924" lvl="7" marL="3657600">
              <a:spcBef>
                <a:spcPts val="0"/>
              </a:spcBef>
              <a:spcAft>
                <a:spcPts val="0"/>
              </a:spcAft>
              <a:buSzPts val="8604"/>
              <a:buChar char="○"/>
              <a:defRPr sz="8604"/>
            </a:lvl8pPr>
            <a:lvl9pPr indent="-774924" lvl="8" marL="4114800">
              <a:spcBef>
                <a:spcPts val="0"/>
              </a:spcBef>
              <a:spcAft>
                <a:spcPts val="0"/>
              </a:spcAft>
              <a:buSzPts val="8604"/>
              <a:buChar char="■"/>
              <a:defRPr sz="8604"/>
            </a:lvl9pPr>
          </a:lstStyle>
          <a:p/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58742374" y="14922294"/>
            <a:ext cx="3804300" cy="1259400"/>
          </a:xfrm>
          <a:prstGeom prst="rect">
            <a:avLst/>
          </a:prstGeom>
        </p:spPr>
        <p:txBody>
          <a:bodyPr anchorCtr="0" anchor="ctr" bIns="561775" lIns="561775" spcFirstLastPara="1" rIns="561775" wrap="square" tIns="561775">
            <a:normAutofit fontScale="25000" lnSpcReduction="20000"/>
          </a:bodyPr>
          <a:lstStyle>
            <a:lvl1pPr lvl="0">
              <a:buNone/>
              <a:defRPr sz="6145"/>
            </a:lvl1pPr>
            <a:lvl2pPr lvl="1">
              <a:buNone/>
              <a:defRPr sz="6145"/>
            </a:lvl2pPr>
            <a:lvl3pPr lvl="2">
              <a:buNone/>
              <a:defRPr sz="6145"/>
            </a:lvl3pPr>
            <a:lvl4pPr lvl="3">
              <a:buNone/>
              <a:defRPr sz="6145"/>
            </a:lvl4pPr>
            <a:lvl5pPr lvl="4">
              <a:buNone/>
              <a:defRPr sz="6145"/>
            </a:lvl5pPr>
            <a:lvl6pPr lvl="5">
              <a:buNone/>
              <a:defRPr sz="6145"/>
            </a:lvl6pPr>
            <a:lvl7pPr lvl="6">
              <a:buNone/>
              <a:defRPr sz="6145"/>
            </a:lvl7pPr>
            <a:lvl8pPr lvl="7">
              <a:buNone/>
              <a:defRPr sz="6145"/>
            </a:lvl8pPr>
            <a:lvl9pPr lvl="8">
              <a:buNone/>
              <a:defRPr sz="614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type="title"/>
          </p:nvPr>
        </p:nvSpPr>
        <p:spPr>
          <a:xfrm>
            <a:off x="2161120" y="1424080"/>
            <a:ext cx="59076300" cy="1832700"/>
          </a:xfrm>
          <a:prstGeom prst="rect">
            <a:avLst/>
          </a:prstGeom>
        </p:spPr>
        <p:txBody>
          <a:bodyPr anchorCtr="0" anchor="t" bIns="561775" lIns="561775" spcFirstLastPara="1" rIns="561775" wrap="square" tIns="5617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1pPr>
            <a:lvl2pPr lvl="1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2pPr>
            <a:lvl3pPr lvl="2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3pPr>
            <a:lvl4pPr lvl="3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4pPr>
            <a:lvl5pPr lvl="4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5pPr>
            <a:lvl6pPr lvl="5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6pPr>
            <a:lvl7pPr lvl="6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7pPr>
            <a:lvl8pPr lvl="7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8pPr>
            <a:lvl9pPr lvl="8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2161120" y="3687920"/>
            <a:ext cx="27732600" cy="10932600"/>
          </a:xfrm>
          <a:prstGeom prst="rect">
            <a:avLst/>
          </a:prstGeom>
        </p:spPr>
        <p:txBody>
          <a:bodyPr anchorCtr="0" anchor="t" bIns="561775" lIns="561775" spcFirstLastPara="1" rIns="561775" wrap="square" tIns="561775">
            <a:normAutofit/>
          </a:bodyPr>
          <a:lstStyle>
            <a:lvl1pPr indent="-774924" lvl="0" marL="457200">
              <a:spcBef>
                <a:spcPts val="0"/>
              </a:spcBef>
              <a:spcAft>
                <a:spcPts val="0"/>
              </a:spcAft>
              <a:buSzPts val="8604"/>
              <a:buChar char="●"/>
              <a:defRPr sz="8604"/>
            </a:lvl1pPr>
            <a:lvl2pPr indent="-696878" lvl="1" marL="914400">
              <a:spcBef>
                <a:spcPts val="0"/>
              </a:spcBef>
              <a:spcAft>
                <a:spcPts val="0"/>
              </a:spcAft>
              <a:buSzPts val="7374"/>
              <a:buChar char="○"/>
              <a:defRPr sz="7374"/>
            </a:lvl2pPr>
            <a:lvl3pPr indent="-696878" lvl="2" marL="1371600">
              <a:spcBef>
                <a:spcPts val="0"/>
              </a:spcBef>
              <a:spcAft>
                <a:spcPts val="0"/>
              </a:spcAft>
              <a:buSzPts val="7374"/>
              <a:buChar char="■"/>
              <a:defRPr sz="7374"/>
            </a:lvl3pPr>
            <a:lvl4pPr indent="-696878" lvl="3" marL="1828800">
              <a:spcBef>
                <a:spcPts val="0"/>
              </a:spcBef>
              <a:spcAft>
                <a:spcPts val="0"/>
              </a:spcAft>
              <a:buSzPts val="7374"/>
              <a:buChar char="●"/>
              <a:defRPr sz="7374"/>
            </a:lvl4pPr>
            <a:lvl5pPr indent="-696878" lvl="4" marL="2286000">
              <a:spcBef>
                <a:spcPts val="0"/>
              </a:spcBef>
              <a:spcAft>
                <a:spcPts val="0"/>
              </a:spcAft>
              <a:buSzPts val="7374"/>
              <a:buChar char="○"/>
              <a:defRPr sz="7374"/>
            </a:lvl5pPr>
            <a:lvl6pPr indent="-696878" lvl="5" marL="2743200">
              <a:spcBef>
                <a:spcPts val="0"/>
              </a:spcBef>
              <a:spcAft>
                <a:spcPts val="0"/>
              </a:spcAft>
              <a:buSzPts val="7374"/>
              <a:buChar char="■"/>
              <a:defRPr sz="7374"/>
            </a:lvl6pPr>
            <a:lvl7pPr indent="-696878" lvl="6" marL="3200400">
              <a:spcBef>
                <a:spcPts val="0"/>
              </a:spcBef>
              <a:spcAft>
                <a:spcPts val="0"/>
              </a:spcAft>
              <a:buSzPts val="7374"/>
              <a:buChar char="●"/>
              <a:defRPr sz="7374"/>
            </a:lvl7pPr>
            <a:lvl8pPr indent="-696878" lvl="7" marL="3657600">
              <a:spcBef>
                <a:spcPts val="0"/>
              </a:spcBef>
              <a:spcAft>
                <a:spcPts val="0"/>
              </a:spcAft>
              <a:buSzPts val="7374"/>
              <a:buChar char="○"/>
              <a:defRPr sz="7374"/>
            </a:lvl8pPr>
            <a:lvl9pPr indent="-696878" lvl="8" marL="4114800">
              <a:spcBef>
                <a:spcPts val="0"/>
              </a:spcBef>
              <a:spcAft>
                <a:spcPts val="0"/>
              </a:spcAft>
              <a:buSzPts val="7374"/>
              <a:buChar char="■"/>
              <a:defRPr sz="7374"/>
            </a:lvl9pPr>
          </a:lstStyle>
          <a:p/>
        </p:txBody>
      </p:sp>
      <p:sp>
        <p:nvSpPr>
          <p:cNvPr id="25" name="Google Shape;25;p5"/>
          <p:cNvSpPr txBox="1"/>
          <p:nvPr>
            <p:ph idx="2" type="body"/>
          </p:nvPr>
        </p:nvSpPr>
        <p:spPr>
          <a:xfrm>
            <a:off x="33504640" y="3687920"/>
            <a:ext cx="27732600" cy="10932600"/>
          </a:xfrm>
          <a:prstGeom prst="rect">
            <a:avLst/>
          </a:prstGeom>
        </p:spPr>
        <p:txBody>
          <a:bodyPr anchorCtr="0" anchor="t" bIns="561775" lIns="561775" spcFirstLastPara="1" rIns="561775" wrap="square" tIns="561775">
            <a:normAutofit/>
          </a:bodyPr>
          <a:lstStyle>
            <a:lvl1pPr indent="-774924" lvl="0" marL="457200">
              <a:spcBef>
                <a:spcPts val="0"/>
              </a:spcBef>
              <a:spcAft>
                <a:spcPts val="0"/>
              </a:spcAft>
              <a:buSzPts val="8604"/>
              <a:buChar char="●"/>
              <a:defRPr sz="8604"/>
            </a:lvl1pPr>
            <a:lvl2pPr indent="-696878" lvl="1" marL="914400">
              <a:spcBef>
                <a:spcPts val="0"/>
              </a:spcBef>
              <a:spcAft>
                <a:spcPts val="0"/>
              </a:spcAft>
              <a:buSzPts val="7374"/>
              <a:buChar char="○"/>
              <a:defRPr sz="7374"/>
            </a:lvl2pPr>
            <a:lvl3pPr indent="-696878" lvl="2" marL="1371600">
              <a:spcBef>
                <a:spcPts val="0"/>
              </a:spcBef>
              <a:spcAft>
                <a:spcPts val="0"/>
              </a:spcAft>
              <a:buSzPts val="7374"/>
              <a:buChar char="■"/>
              <a:defRPr sz="7374"/>
            </a:lvl3pPr>
            <a:lvl4pPr indent="-696878" lvl="3" marL="1828800">
              <a:spcBef>
                <a:spcPts val="0"/>
              </a:spcBef>
              <a:spcAft>
                <a:spcPts val="0"/>
              </a:spcAft>
              <a:buSzPts val="7374"/>
              <a:buChar char="●"/>
              <a:defRPr sz="7374"/>
            </a:lvl4pPr>
            <a:lvl5pPr indent="-696878" lvl="4" marL="2286000">
              <a:spcBef>
                <a:spcPts val="0"/>
              </a:spcBef>
              <a:spcAft>
                <a:spcPts val="0"/>
              </a:spcAft>
              <a:buSzPts val="7374"/>
              <a:buChar char="○"/>
              <a:defRPr sz="7374"/>
            </a:lvl5pPr>
            <a:lvl6pPr indent="-696878" lvl="5" marL="2743200">
              <a:spcBef>
                <a:spcPts val="0"/>
              </a:spcBef>
              <a:spcAft>
                <a:spcPts val="0"/>
              </a:spcAft>
              <a:buSzPts val="7374"/>
              <a:buChar char="■"/>
              <a:defRPr sz="7374"/>
            </a:lvl6pPr>
            <a:lvl7pPr indent="-696878" lvl="6" marL="3200400">
              <a:spcBef>
                <a:spcPts val="0"/>
              </a:spcBef>
              <a:spcAft>
                <a:spcPts val="0"/>
              </a:spcAft>
              <a:buSzPts val="7374"/>
              <a:buChar char="●"/>
              <a:defRPr sz="7374"/>
            </a:lvl7pPr>
            <a:lvl8pPr indent="-696878" lvl="7" marL="3657600">
              <a:spcBef>
                <a:spcPts val="0"/>
              </a:spcBef>
              <a:spcAft>
                <a:spcPts val="0"/>
              </a:spcAft>
              <a:buSzPts val="7374"/>
              <a:buChar char="○"/>
              <a:defRPr sz="7374"/>
            </a:lvl8pPr>
            <a:lvl9pPr indent="-696878" lvl="8" marL="4114800">
              <a:spcBef>
                <a:spcPts val="0"/>
              </a:spcBef>
              <a:spcAft>
                <a:spcPts val="0"/>
              </a:spcAft>
              <a:buSzPts val="7374"/>
              <a:buChar char="■"/>
              <a:defRPr sz="7374"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58742374" y="14922294"/>
            <a:ext cx="3804300" cy="1259400"/>
          </a:xfrm>
          <a:prstGeom prst="rect">
            <a:avLst/>
          </a:prstGeom>
        </p:spPr>
        <p:txBody>
          <a:bodyPr anchorCtr="0" anchor="ctr" bIns="561775" lIns="561775" spcFirstLastPara="1" rIns="561775" wrap="square" tIns="561775">
            <a:normAutofit fontScale="25000" lnSpcReduction="20000"/>
          </a:bodyPr>
          <a:lstStyle>
            <a:lvl1pPr lvl="0">
              <a:buNone/>
              <a:defRPr sz="6145"/>
            </a:lvl1pPr>
            <a:lvl2pPr lvl="1">
              <a:buNone/>
              <a:defRPr sz="6145"/>
            </a:lvl2pPr>
            <a:lvl3pPr lvl="2">
              <a:buNone/>
              <a:defRPr sz="6145"/>
            </a:lvl3pPr>
            <a:lvl4pPr lvl="3">
              <a:buNone/>
              <a:defRPr sz="6145"/>
            </a:lvl4pPr>
            <a:lvl5pPr lvl="4">
              <a:buNone/>
              <a:defRPr sz="6145"/>
            </a:lvl5pPr>
            <a:lvl6pPr lvl="5">
              <a:buNone/>
              <a:defRPr sz="6145"/>
            </a:lvl6pPr>
            <a:lvl7pPr lvl="6">
              <a:buNone/>
              <a:defRPr sz="6145"/>
            </a:lvl7pPr>
            <a:lvl8pPr lvl="7">
              <a:buNone/>
              <a:defRPr sz="6145"/>
            </a:lvl8pPr>
            <a:lvl9pPr lvl="8">
              <a:buNone/>
              <a:defRPr sz="614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2161120" y="1424080"/>
            <a:ext cx="59076300" cy="1832700"/>
          </a:xfrm>
          <a:prstGeom prst="rect">
            <a:avLst/>
          </a:prstGeom>
        </p:spPr>
        <p:txBody>
          <a:bodyPr anchorCtr="0" anchor="t" bIns="561775" lIns="561775" spcFirstLastPara="1" rIns="561775" wrap="square" tIns="5617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1pPr>
            <a:lvl2pPr lvl="1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2pPr>
            <a:lvl3pPr lvl="2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3pPr>
            <a:lvl4pPr lvl="3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4pPr>
            <a:lvl5pPr lvl="4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5pPr>
            <a:lvl6pPr lvl="5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6pPr>
            <a:lvl7pPr lvl="6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7pPr>
            <a:lvl8pPr lvl="7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8pPr>
            <a:lvl9pPr lvl="8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58742374" y="14922294"/>
            <a:ext cx="3804300" cy="1259400"/>
          </a:xfrm>
          <a:prstGeom prst="rect">
            <a:avLst/>
          </a:prstGeom>
        </p:spPr>
        <p:txBody>
          <a:bodyPr anchorCtr="0" anchor="ctr" bIns="561775" lIns="561775" spcFirstLastPara="1" rIns="561775" wrap="square" tIns="561775">
            <a:normAutofit fontScale="25000" lnSpcReduction="20000"/>
          </a:bodyPr>
          <a:lstStyle>
            <a:lvl1pPr lvl="0">
              <a:buNone/>
              <a:defRPr sz="6145"/>
            </a:lvl1pPr>
            <a:lvl2pPr lvl="1">
              <a:buNone/>
              <a:defRPr sz="6145"/>
            </a:lvl2pPr>
            <a:lvl3pPr lvl="2">
              <a:buNone/>
              <a:defRPr sz="6145"/>
            </a:lvl3pPr>
            <a:lvl4pPr lvl="3">
              <a:buNone/>
              <a:defRPr sz="6145"/>
            </a:lvl4pPr>
            <a:lvl5pPr lvl="4">
              <a:buNone/>
              <a:defRPr sz="6145"/>
            </a:lvl5pPr>
            <a:lvl6pPr lvl="5">
              <a:buNone/>
              <a:defRPr sz="6145"/>
            </a:lvl6pPr>
            <a:lvl7pPr lvl="6">
              <a:buNone/>
              <a:defRPr sz="6145"/>
            </a:lvl7pPr>
            <a:lvl8pPr lvl="7">
              <a:buNone/>
              <a:defRPr sz="6145"/>
            </a:lvl8pPr>
            <a:lvl9pPr lvl="8">
              <a:buNone/>
              <a:defRPr sz="614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"/>
              <a:t>‹#›</a:t>
            </a:fld>
            <a:endParaRPr/>
          </a:p>
        </p:txBody>
      </p:sp>
      <p:pic>
        <p:nvPicPr>
          <p:cNvPr id="30" name="Google Shape;30;p6" title="Bg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814400" y="0"/>
            <a:ext cx="65579602" cy="1645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2161120" y="1777920"/>
            <a:ext cx="19468800" cy="2417400"/>
          </a:xfrm>
          <a:prstGeom prst="rect">
            <a:avLst/>
          </a:prstGeom>
        </p:spPr>
        <p:txBody>
          <a:bodyPr anchorCtr="0" anchor="b" bIns="561775" lIns="561775" spcFirstLastPara="1" rIns="561775" wrap="square" tIns="5617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749"/>
              <a:buNone/>
              <a:defRPr sz="14749"/>
            </a:lvl1pPr>
            <a:lvl2pPr lvl="1">
              <a:spcBef>
                <a:spcPts val="0"/>
              </a:spcBef>
              <a:spcAft>
                <a:spcPts val="0"/>
              </a:spcAft>
              <a:buSzPts val="14749"/>
              <a:buNone/>
              <a:defRPr sz="14749"/>
            </a:lvl2pPr>
            <a:lvl3pPr lvl="2">
              <a:spcBef>
                <a:spcPts val="0"/>
              </a:spcBef>
              <a:spcAft>
                <a:spcPts val="0"/>
              </a:spcAft>
              <a:buSzPts val="14749"/>
              <a:buNone/>
              <a:defRPr sz="14749"/>
            </a:lvl3pPr>
            <a:lvl4pPr lvl="3">
              <a:spcBef>
                <a:spcPts val="0"/>
              </a:spcBef>
              <a:spcAft>
                <a:spcPts val="0"/>
              </a:spcAft>
              <a:buSzPts val="14749"/>
              <a:buNone/>
              <a:defRPr sz="14749"/>
            </a:lvl4pPr>
            <a:lvl5pPr lvl="4">
              <a:spcBef>
                <a:spcPts val="0"/>
              </a:spcBef>
              <a:spcAft>
                <a:spcPts val="0"/>
              </a:spcAft>
              <a:buSzPts val="14749"/>
              <a:buNone/>
              <a:defRPr sz="14749"/>
            </a:lvl5pPr>
            <a:lvl6pPr lvl="5">
              <a:spcBef>
                <a:spcPts val="0"/>
              </a:spcBef>
              <a:spcAft>
                <a:spcPts val="0"/>
              </a:spcAft>
              <a:buSzPts val="14749"/>
              <a:buNone/>
              <a:defRPr sz="14749"/>
            </a:lvl6pPr>
            <a:lvl7pPr lvl="6">
              <a:spcBef>
                <a:spcPts val="0"/>
              </a:spcBef>
              <a:spcAft>
                <a:spcPts val="0"/>
              </a:spcAft>
              <a:buSzPts val="14749"/>
              <a:buNone/>
              <a:defRPr sz="14749"/>
            </a:lvl7pPr>
            <a:lvl8pPr lvl="7">
              <a:spcBef>
                <a:spcPts val="0"/>
              </a:spcBef>
              <a:spcAft>
                <a:spcPts val="0"/>
              </a:spcAft>
              <a:buSzPts val="14749"/>
              <a:buNone/>
              <a:defRPr sz="14749"/>
            </a:lvl8pPr>
            <a:lvl9pPr lvl="8">
              <a:spcBef>
                <a:spcPts val="0"/>
              </a:spcBef>
              <a:spcAft>
                <a:spcPts val="0"/>
              </a:spcAft>
              <a:buSzPts val="14749"/>
              <a:buNone/>
              <a:defRPr sz="14749"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2161120" y="4446720"/>
            <a:ext cx="19468800" cy="10174200"/>
          </a:xfrm>
          <a:prstGeom prst="rect">
            <a:avLst/>
          </a:prstGeom>
        </p:spPr>
        <p:txBody>
          <a:bodyPr anchorCtr="0" anchor="t" bIns="561775" lIns="561775" spcFirstLastPara="1" rIns="561775" wrap="square" tIns="561775">
            <a:normAutofit/>
          </a:bodyPr>
          <a:lstStyle>
            <a:lvl1pPr indent="-696878" lvl="0" marL="457200">
              <a:spcBef>
                <a:spcPts val="0"/>
              </a:spcBef>
              <a:spcAft>
                <a:spcPts val="0"/>
              </a:spcAft>
              <a:buSzPts val="7374"/>
              <a:buChar char="●"/>
              <a:defRPr sz="7374"/>
            </a:lvl1pPr>
            <a:lvl2pPr indent="-696878" lvl="1" marL="914400">
              <a:spcBef>
                <a:spcPts val="0"/>
              </a:spcBef>
              <a:spcAft>
                <a:spcPts val="0"/>
              </a:spcAft>
              <a:buSzPts val="7374"/>
              <a:buChar char="○"/>
              <a:defRPr sz="7374"/>
            </a:lvl2pPr>
            <a:lvl3pPr indent="-696878" lvl="2" marL="1371600">
              <a:spcBef>
                <a:spcPts val="0"/>
              </a:spcBef>
              <a:spcAft>
                <a:spcPts val="0"/>
              </a:spcAft>
              <a:buSzPts val="7374"/>
              <a:buChar char="■"/>
              <a:defRPr sz="7374"/>
            </a:lvl3pPr>
            <a:lvl4pPr indent="-696878" lvl="3" marL="1828800">
              <a:spcBef>
                <a:spcPts val="0"/>
              </a:spcBef>
              <a:spcAft>
                <a:spcPts val="0"/>
              </a:spcAft>
              <a:buSzPts val="7374"/>
              <a:buChar char="●"/>
              <a:defRPr sz="7374"/>
            </a:lvl4pPr>
            <a:lvl5pPr indent="-696878" lvl="4" marL="2286000">
              <a:spcBef>
                <a:spcPts val="0"/>
              </a:spcBef>
              <a:spcAft>
                <a:spcPts val="0"/>
              </a:spcAft>
              <a:buSzPts val="7374"/>
              <a:buChar char="○"/>
              <a:defRPr sz="7374"/>
            </a:lvl5pPr>
            <a:lvl6pPr indent="-696878" lvl="5" marL="2743200">
              <a:spcBef>
                <a:spcPts val="0"/>
              </a:spcBef>
              <a:spcAft>
                <a:spcPts val="0"/>
              </a:spcAft>
              <a:buSzPts val="7374"/>
              <a:buChar char="■"/>
              <a:defRPr sz="7374"/>
            </a:lvl6pPr>
            <a:lvl7pPr indent="-696878" lvl="6" marL="3200400">
              <a:spcBef>
                <a:spcPts val="0"/>
              </a:spcBef>
              <a:spcAft>
                <a:spcPts val="0"/>
              </a:spcAft>
              <a:buSzPts val="7374"/>
              <a:buChar char="●"/>
              <a:defRPr sz="7374"/>
            </a:lvl7pPr>
            <a:lvl8pPr indent="-696878" lvl="7" marL="3657600">
              <a:spcBef>
                <a:spcPts val="0"/>
              </a:spcBef>
              <a:spcAft>
                <a:spcPts val="0"/>
              </a:spcAft>
              <a:buSzPts val="7374"/>
              <a:buChar char="○"/>
              <a:defRPr sz="7374"/>
            </a:lvl8pPr>
            <a:lvl9pPr indent="-696878" lvl="8" marL="4114800">
              <a:spcBef>
                <a:spcPts val="0"/>
              </a:spcBef>
              <a:spcAft>
                <a:spcPts val="0"/>
              </a:spcAft>
              <a:buSzPts val="7374"/>
              <a:buChar char="■"/>
              <a:defRPr sz="7374"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58742374" y="14922294"/>
            <a:ext cx="3804300" cy="1259400"/>
          </a:xfrm>
          <a:prstGeom prst="rect">
            <a:avLst/>
          </a:prstGeom>
        </p:spPr>
        <p:txBody>
          <a:bodyPr anchorCtr="0" anchor="ctr" bIns="561775" lIns="561775" spcFirstLastPara="1" rIns="561775" wrap="square" tIns="561775">
            <a:normAutofit fontScale="25000" lnSpcReduction="20000"/>
          </a:bodyPr>
          <a:lstStyle>
            <a:lvl1pPr lvl="0">
              <a:buNone/>
              <a:defRPr sz="6145"/>
            </a:lvl1pPr>
            <a:lvl2pPr lvl="1">
              <a:buNone/>
              <a:defRPr sz="6145"/>
            </a:lvl2pPr>
            <a:lvl3pPr lvl="2">
              <a:buNone/>
              <a:defRPr sz="6145"/>
            </a:lvl3pPr>
            <a:lvl4pPr lvl="3">
              <a:buNone/>
              <a:defRPr sz="6145"/>
            </a:lvl4pPr>
            <a:lvl5pPr lvl="4">
              <a:buNone/>
              <a:defRPr sz="6145"/>
            </a:lvl5pPr>
            <a:lvl6pPr lvl="5">
              <a:buNone/>
              <a:defRPr sz="6145"/>
            </a:lvl6pPr>
            <a:lvl7pPr lvl="6">
              <a:buNone/>
              <a:defRPr sz="6145"/>
            </a:lvl7pPr>
            <a:lvl8pPr lvl="7">
              <a:buNone/>
              <a:defRPr sz="6145"/>
            </a:lvl8pPr>
            <a:lvl9pPr lvl="8">
              <a:buNone/>
              <a:defRPr sz="614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3399067" y="1440480"/>
            <a:ext cx="44150100" cy="13091400"/>
          </a:xfrm>
          <a:prstGeom prst="rect">
            <a:avLst/>
          </a:prstGeom>
        </p:spPr>
        <p:txBody>
          <a:bodyPr anchorCtr="0" anchor="ctr" bIns="561775" lIns="561775" spcFirstLastPara="1" rIns="561775" wrap="square" tIns="5617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498"/>
              <a:buNone/>
              <a:defRPr sz="29498"/>
            </a:lvl1pPr>
            <a:lvl2pPr lvl="1">
              <a:spcBef>
                <a:spcPts val="0"/>
              </a:spcBef>
              <a:spcAft>
                <a:spcPts val="0"/>
              </a:spcAft>
              <a:buSzPts val="29498"/>
              <a:buNone/>
              <a:defRPr sz="29498"/>
            </a:lvl2pPr>
            <a:lvl3pPr lvl="2">
              <a:spcBef>
                <a:spcPts val="0"/>
              </a:spcBef>
              <a:spcAft>
                <a:spcPts val="0"/>
              </a:spcAft>
              <a:buSzPts val="29498"/>
              <a:buNone/>
              <a:defRPr sz="29498"/>
            </a:lvl3pPr>
            <a:lvl4pPr lvl="3">
              <a:spcBef>
                <a:spcPts val="0"/>
              </a:spcBef>
              <a:spcAft>
                <a:spcPts val="0"/>
              </a:spcAft>
              <a:buSzPts val="29498"/>
              <a:buNone/>
              <a:defRPr sz="29498"/>
            </a:lvl4pPr>
            <a:lvl5pPr lvl="4">
              <a:spcBef>
                <a:spcPts val="0"/>
              </a:spcBef>
              <a:spcAft>
                <a:spcPts val="0"/>
              </a:spcAft>
              <a:buSzPts val="29498"/>
              <a:buNone/>
              <a:defRPr sz="29498"/>
            </a:lvl5pPr>
            <a:lvl6pPr lvl="5">
              <a:spcBef>
                <a:spcPts val="0"/>
              </a:spcBef>
              <a:spcAft>
                <a:spcPts val="0"/>
              </a:spcAft>
              <a:buSzPts val="29498"/>
              <a:buNone/>
              <a:defRPr sz="29498"/>
            </a:lvl6pPr>
            <a:lvl7pPr lvl="6">
              <a:spcBef>
                <a:spcPts val="0"/>
              </a:spcBef>
              <a:spcAft>
                <a:spcPts val="0"/>
              </a:spcAft>
              <a:buSzPts val="29498"/>
              <a:buNone/>
              <a:defRPr sz="29498"/>
            </a:lvl7pPr>
            <a:lvl8pPr lvl="7">
              <a:spcBef>
                <a:spcPts val="0"/>
              </a:spcBef>
              <a:spcAft>
                <a:spcPts val="0"/>
              </a:spcAft>
              <a:buSzPts val="29498"/>
              <a:buNone/>
              <a:defRPr sz="29498"/>
            </a:lvl8pPr>
            <a:lvl9pPr lvl="8">
              <a:spcBef>
                <a:spcPts val="0"/>
              </a:spcBef>
              <a:spcAft>
                <a:spcPts val="0"/>
              </a:spcAft>
              <a:buSzPts val="29498"/>
              <a:buNone/>
              <a:defRPr sz="29498"/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58742374" y="14922294"/>
            <a:ext cx="3804300" cy="1259400"/>
          </a:xfrm>
          <a:prstGeom prst="rect">
            <a:avLst/>
          </a:prstGeom>
        </p:spPr>
        <p:txBody>
          <a:bodyPr anchorCtr="0" anchor="ctr" bIns="561775" lIns="561775" spcFirstLastPara="1" rIns="561775" wrap="square" tIns="561775">
            <a:normAutofit fontScale="25000" lnSpcReduction="20000"/>
          </a:bodyPr>
          <a:lstStyle>
            <a:lvl1pPr lvl="0">
              <a:buNone/>
              <a:defRPr sz="6145"/>
            </a:lvl1pPr>
            <a:lvl2pPr lvl="1">
              <a:buNone/>
              <a:defRPr sz="6145"/>
            </a:lvl2pPr>
            <a:lvl3pPr lvl="2">
              <a:buNone/>
              <a:defRPr sz="6145"/>
            </a:lvl3pPr>
            <a:lvl4pPr lvl="3">
              <a:buNone/>
              <a:defRPr sz="6145"/>
            </a:lvl4pPr>
            <a:lvl5pPr lvl="4">
              <a:buNone/>
              <a:defRPr sz="6145"/>
            </a:lvl5pPr>
            <a:lvl6pPr lvl="5">
              <a:buNone/>
              <a:defRPr sz="6145"/>
            </a:lvl6pPr>
            <a:lvl7pPr lvl="6">
              <a:buNone/>
              <a:defRPr sz="6145"/>
            </a:lvl7pPr>
            <a:lvl8pPr lvl="7">
              <a:buNone/>
              <a:defRPr sz="6145"/>
            </a:lvl8pPr>
            <a:lvl9pPr lvl="8">
              <a:buNone/>
              <a:defRPr sz="614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31699200" y="-400"/>
            <a:ext cx="31699200" cy="1645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561775" lIns="561775" spcFirstLastPara="1" rIns="561775" wrap="square" tIns="561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9"/>
          <p:cNvSpPr txBox="1"/>
          <p:nvPr>
            <p:ph type="title"/>
          </p:nvPr>
        </p:nvSpPr>
        <p:spPr>
          <a:xfrm>
            <a:off x="1840800" y="3946160"/>
            <a:ext cx="28046700" cy="4743300"/>
          </a:xfrm>
          <a:prstGeom prst="rect">
            <a:avLst/>
          </a:prstGeom>
        </p:spPr>
        <p:txBody>
          <a:bodyPr anchorCtr="0" anchor="b" bIns="561775" lIns="561775" spcFirstLastPara="1" rIns="561775" wrap="square" tIns="5617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5811"/>
              <a:buNone/>
              <a:defRPr sz="25811"/>
            </a:lvl1pPr>
            <a:lvl2pPr lvl="1" algn="ctr">
              <a:spcBef>
                <a:spcPts val="0"/>
              </a:spcBef>
              <a:spcAft>
                <a:spcPts val="0"/>
              </a:spcAft>
              <a:buSzPts val="25811"/>
              <a:buNone/>
              <a:defRPr sz="25811"/>
            </a:lvl2pPr>
            <a:lvl3pPr lvl="2" algn="ctr">
              <a:spcBef>
                <a:spcPts val="0"/>
              </a:spcBef>
              <a:spcAft>
                <a:spcPts val="0"/>
              </a:spcAft>
              <a:buSzPts val="25811"/>
              <a:buNone/>
              <a:defRPr sz="25811"/>
            </a:lvl3pPr>
            <a:lvl4pPr lvl="3" algn="ctr">
              <a:spcBef>
                <a:spcPts val="0"/>
              </a:spcBef>
              <a:spcAft>
                <a:spcPts val="0"/>
              </a:spcAft>
              <a:buSzPts val="25811"/>
              <a:buNone/>
              <a:defRPr sz="25811"/>
            </a:lvl4pPr>
            <a:lvl5pPr lvl="4" algn="ctr">
              <a:spcBef>
                <a:spcPts val="0"/>
              </a:spcBef>
              <a:spcAft>
                <a:spcPts val="0"/>
              </a:spcAft>
              <a:buSzPts val="25811"/>
              <a:buNone/>
              <a:defRPr sz="25811"/>
            </a:lvl5pPr>
            <a:lvl6pPr lvl="5" algn="ctr">
              <a:spcBef>
                <a:spcPts val="0"/>
              </a:spcBef>
              <a:spcAft>
                <a:spcPts val="0"/>
              </a:spcAft>
              <a:buSzPts val="25811"/>
              <a:buNone/>
              <a:defRPr sz="25811"/>
            </a:lvl6pPr>
            <a:lvl7pPr lvl="6" algn="ctr">
              <a:spcBef>
                <a:spcPts val="0"/>
              </a:spcBef>
              <a:spcAft>
                <a:spcPts val="0"/>
              </a:spcAft>
              <a:buSzPts val="25811"/>
              <a:buNone/>
              <a:defRPr sz="25811"/>
            </a:lvl7pPr>
            <a:lvl8pPr lvl="7" algn="ctr">
              <a:spcBef>
                <a:spcPts val="0"/>
              </a:spcBef>
              <a:spcAft>
                <a:spcPts val="0"/>
              </a:spcAft>
              <a:buSzPts val="25811"/>
              <a:buNone/>
              <a:defRPr sz="25811"/>
            </a:lvl8pPr>
            <a:lvl9pPr lvl="8" algn="ctr">
              <a:spcBef>
                <a:spcPts val="0"/>
              </a:spcBef>
              <a:spcAft>
                <a:spcPts val="0"/>
              </a:spcAft>
              <a:buSzPts val="25811"/>
              <a:buNone/>
              <a:defRPr sz="25811"/>
            </a:lvl9pPr>
          </a:lstStyle>
          <a:p/>
        </p:txBody>
      </p:sp>
      <p:sp>
        <p:nvSpPr>
          <p:cNvPr id="41" name="Google Shape;41;p9"/>
          <p:cNvSpPr txBox="1"/>
          <p:nvPr>
            <p:ph idx="1" type="subTitle"/>
          </p:nvPr>
        </p:nvSpPr>
        <p:spPr>
          <a:xfrm>
            <a:off x="1840800" y="8969840"/>
            <a:ext cx="28046700" cy="3952200"/>
          </a:xfrm>
          <a:prstGeom prst="rect">
            <a:avLst/>
          </a:prstGeom>
        </p:spPr>
        <p:txBody>
          <a:bodyPr anchorCtr="0" anchor="t" bIns="561775" lIns="561775" spcFirstLastPara="1" rIns="561775" wrap="square" tIns="56177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905"/>
              <a:buNone/>
              <a:defRPr sz="12905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905"/>
              <a:buNone/>
              <a:defRPr sz="12905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905"/>
              <a:buNone/>
              <a:defRPr sz="12905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905"/>
              <a:buNone/>
              <a:defRPr sz="12905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905"/>
              <a:buNone/>
              <a:defRPr sz="12905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905"/>
              <a:buNone/>
              <a:defRPr sz="12905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905"/>
              <a:buNone/>
              <a:defRPr sz="12905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905"/>
              <a:buNone/>
              <a:defRPr sz="12905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905"/>
              <a:buNone/>
              <a:defRPr sz="12905"/>
            </a:lvl9pPr>
          </a:lstStyle>
          <a:p/>
        </p:txBody>
      </p:sp>
      <p:sp>
        <p:nvSpPr>
          <p:cNvPr id="42" name="Google Shape;42;p9"/>
          <p:cNvSpPr txBox="1"/>
          <p:nvPr>
            <p:ph idx="2" type="body"/>
          </p:nvPr>
        </p:nvSpPr>
        <p:spPr>
          <a:xfrm>
            <a:off x="34247200" y="2317040"/>
            <a:ext cx="26603100" cy="11824200"/>
          </a:xfrm>
          <a:prstGeom prst="rect">
            <a:avLst/>
          </a:prstGeom>
        </p:spPr>
        <p:txBody>
          <a:bodyPr anchorCtr="0" anchor="ctr" bIns="561775" lIns="561775" spcFirstLastPara="1" rIns="561775" wrap="square" tIns="561775">
            <a:normAutofit/>
          </a:bodyPr>
          <a:lstStyle>
            <a:lvl1pPr indent="-931018" lvl="0" marL="457200">
              <a:spcBef>
                <a:spcPts val="0"/>
              </a:spcBef>
              <a:spcAft>
                <a:spcPts val="0"/>
              </a:spcAft>
              <a:buSzPts val="11062"/>
              <a:buChar char="●"/>
              <a:defRPr sz="11062"/>
            </a:lvl1pPr>
            <a:lvl2pPr indent="-774924" lvl="1" marL="914400">
              <a:spcBef>
                <a:spcPts val="0"/>
              </a:spcBef>
              <a:spcAft>
                <a:spcPts val="0"/>
              </a:spcAft>
              <a:buSzPts val="8604"/>
              <a:buChar char="○"/>
              <a:defRPr sz="8604"/>
            </a:lvl2pPr>
            <a:lvl3pPr indent="-774924" lvl="2" marL="1371600">
              <a:spcBef>
                <a:spcPts val="0"/>
              </a:spcBef>
              <a:spcAft>
                <a:spcPts val="0"/>
              </a:spcAft>
              <a:buSzPts val="8604"/>
              <a:buChar char="■"/>
              <a:defRPr sz="8604"/>
            </a:lvl3pPr>
            <a:lvl4pPr indent="-774924" lvl="3" marL="1828800">
              <a:spcBef>
                <a:spcPts val="0"/>
              </a:spcBef>
              <a:spcAft>
                <a:spcPts val="0"/>
              </a:spcAft>
              <a:buSzPts val="8604"/>
              <a:buChar char="●"/>
              <a:defRPr sz="8604"/>
            </a:lvl4pPr>
            <a:lvl5pPr indent="-774924" lvl="4" marL="2286000">
              <a:spcBef>
                <a:spcPts val="0"/>
              </a:spcBef>
              <a:spcAft>
                <a:spcPts val="0"/>
              </a:spcAft>
              <a:buSzPts val="8604"/>
              <a:buChar char="○"/>
              <a:defRPr sz="8604"/>
            </a:lvl5pPr>
            <a:lvl6pPr indent="-774924" lvl="5" marL="2743200">
              <a:spcBef>
                <a:spcPts val="0"/>
              </a:spcBef>
              <a:spcAft>
                <a:spcPts val="0"/>
              </a:spcAft>
              <a:buSzPts val="8604"/>
              <a:buChar char="■"/>
              <a:defRPr sz="8604"/>
            </a:lvl6pPr>
            <a:lvl7pPr indent="-774924" lvl="6" marL="3200400">
              <a:spcBef>
                <a:spcPts val="0"/>
              </a:spcBef>
              <a:spcAft>
                <a:spcPts val="0"/>
              </a:spcAft>
              <a:buSzPts val="8604"/>
              <a:buChar char="●"/>
              <a:defRPr sz="8604"/>
            </a:lvl7pPr>
            <a:lvl8pPr indent="-774924" lvl="7" marL="3657600">
              <a:spcBef>
                <a:spcPts val="0"/>
              </a:spcBef>
              <a:spcAft>
                <a:spcPts val="0"/>
              </a:spcAft>
              <a:buSzPts val="8604"/>
              <a:buChar char="○"/>
              <a:defRPr sz="8604"/>
            </a:lvl8pPr>
            <a:lvl9pPr indent="-774924" lvl="8" marL="4114800">
              <a:spcBef>
                <a:spcPts val="0"/>
              </a:spcBef>
              <a:spcAft>
                <a:spcPts val="0"/>
              </a:spcAft>
              <a:buSzPts val="8604"/>
              <a:buChar char="■"/>
              <a:defRPr sz="8604"/>
            </a:lvl9pPr>
          </a:lstStyle>
          <a:p/>
        </p:txBody>
      </p:sp>
      <p:sp>
        <p:nvSpPr>
          <p:cNvPr id="43" name="Google Shape;43;p9"/>
          <p:cNvSpPr txBox="1"/>
          <p:nvPr>
            <p:ph idx="12" type="sldNum"/>
          </p:nvPr>
        </p:nvSpPr>
        <p:spPr>
          <a:xfrm>
            <a:off x="58742374" y="14922294"/>
            <a:ext cx="3804300" cy="1259400"/>
          </a:xfrm>
          <a:prstGeom prst="rect">
            <a:avLst/>
          </a:prstGeom>
        </p:spPr>
        <p:txBody>
          <a:bodyPr anchorCtr="0" anchor="ctr" bIns="561775" lIns="561775" spcFirstLastPara="1" rIns="561775" wrap="square" tIns="561775">
            <a:normAutofit fontScale="25000" lnSpcReduction="20000"/>
          </a:bodyPr>
          <a:lstStyle>
            <a:lvl1pPr lvl="0">
              <a:buNone/>
              <a:defRPr sz="6145"/>
            </a:lvl1pPr>
            <a:lvl2pPr lvl="1">
              <a:buNone/>
              <a:defRPr sz="6145"/>
            </a:lvl2pPr>
            <a:lvl3pPr lvl="2">
              <a:buNone/>
              <a:defRPr sz="6145"/>
            </a:lvl3pPr>
            <a:lvl4pPr lvl="3">
              <a:buNone/>
              <a:defRPr sz="6145"/>
            </a:lvl4pPr>
            <a:lvl5pPr lvl="4">
              <a:buNone/>
              <a:defRPr sz="6145"/>
            </a:lvl5pPr>
            <a:lvl6pPr lvl="5">
              <a:buNone/>
              <a:defRPr sz="6145"/>
            </a:lvl6pPr>
            <a:lvl7pPr lvl="6">
              <a:buNone/>
              <a:defRPr sz="6145"/>
            </a:lvl7pPr>
            <a:lvl8pPr lvl="7">
              <a:buNone/>
              <a:defRPr sz="6145"/>
            </a:lvl8pPr>
            <a:lvl9pPr lvl="8">
              <a:buNone/>
              <a:defRPr sz="614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2161120" y="13537840"/>
            <a:ext cx="41591700" cy="1936200"/>
          </a:xfrm>
          <a:prstGeom prst="rect">
            <a:avLst/>
          </a:prstGeom>
        </p:spPr>
        <p:txBody>
          <a:bodyPr anchorCtr="0" anchor="ctr" bIns="561775" lIns="561775" spcFirstLastPara="1" rIns="561775" wrap="square" tIns="56177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62"/>
              <a:buNone/>
              <a:defRPr sz="11062"/>
            </a:lvl1pPr>
          </a:lstStyle>
          <a:p/>
        </p:txBody>
      </p:sp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58742374" y="14922294"/>
            <a:ext cx="3804300" cy="1259400"/>
          </a:xfrm>
          <a:prstGeom prst="rect">
            <a:avLst/>
          </a:prstGeom>
        </p:spPr>
        <p:txBody>
          <a:bodyPr anchorCtr="0" anchor="ctr" bIns="561775" lIns="561775" spcFirstLastPara="1" rIns="561775" wrap="square" tIns="561775">
            <a:normAutofit fontScale="25000" lnSpcReduction="20000"/>
          </a:bodyPr>
          <a:lstStyle>
            <a:lvl1pPr lvl="0">
              <a:buNone/>
              <a:defRPr sz="6145"/>
            </a:lvl1pPr>
            <a:lvl2pPr lvl="1">
              <a:buNone/>
              <a:defRPr sz="6145"/>
            </a:lvl2pPr>
            <a:lvl3pPr lvl="2">
              <a:buNone/>
              <a:defRPr sz="6145"/>
            </a:lvl3pPr>
            <a:lvl4pPr lvl="3">
              <a:buNone/>
              <a:defRPr sz="6145"/>
            </a:lvl4pPr>
            <a:lvl5pPr lvl="4">
              <a:buNone/>
              <a:defRPr sz="6145"/>
            </a:lvl5pPr>
            <a:lvl6pPr lvl="5">
              <a:buNone/>
              <a:defRPr sz="6145"/>
            </a:lvl6pPr>
            <a:lvl7pPr lvl="6">
              <a:buNone/>
              <a:defRPr sz="6145"/>
            </a:lvl7pPr>
            <a:lvl8pPr lvl="7">
              <a:buNone/>
              <a:defRPr sz="6145"/>
            </a:lvl8pPr>
            <a:lvl9pPr lvl="8">
              <a:buNone/>
              <a:defRPr sz="614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/>
          <p:nvPr>
            <p:ph hasCustomPrompt="1" type="title"/>
          </p:nvPr>
        </p:nvSpPr>
        <p:spPr>
          <a:xfrm>
            <a:off x="2161120" y="3539600"/>
            <a:ext cx="59076300" cy="6283200"/>
          </a:xfrm>
          <a:prstGeom prst="rect">
            <a:avLst/>
          </a:prstGeom>
        </p:spPr>
        <p:txBody>
          <a:bodyPr anchorCtr="0" anchor="b" bIns="561775" lIns="561775" spcFirstLastPara="1" rIns="561775" wrap="square" tIns="5617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3745"/>
              <a:buNone/>
              <a:defRPr sz="73745"/>
            </a:lvl1pPr>
            <a:lvl2pPr lvl="1" algn="ctr">
              <a:spcBef>
                <a:spcPts val="0"/>
              </a:spcBef>
              <a:spcAft>
                <a:spcPts val="0"/>
              </a:spcAft>
              <a:buSzPts val="73745"/>
              <a:buNone/>
              <a:defRPr sz="73745"/>
            </a:lvl2pPr>
            <a:lvl3pPr lvl="2" algn="ctr">
              <a:spcBef>
                <a:spcPts val="0"/>
              </a:spcBef>
              <a:spcAft>
                <a:spcPts val="0"/>
              </a:spcAft>
              <a:buSzPts val="73745"/>
              <a:buNone/>
              <a:defRPr sz="73745"/>
            </a:lvl3pPr>
            <a:lvl4pPr lvl="3" algn="ctr">
              <a:spcBef>
                <a:spcPts val="0"/>
              </a:spcBef>
              <a:spcAft>
                <a:spcPts val="0"/>
              </a:spcAft>
              <a:buSzPts val="73745"/>
              <a:buNone/>
              <a:defRPr sz="73745"/>
            </a:lvl4pPr>
            <a:lvl5pPr lvl="4" algn="ctr">
              <a:spcBef>
                <a:spcPts val="0"/>
              </a:spcBef>
              <a:spcAft>
                <a:spcPts val="0"/>
              </a:spcAft>
              <a:buSzPts val="73745"/>
              <a:buNone/>
              <a:defRPr sz="73745"/>
            </a:lvl5pPr>
            <a:lvl6pPr lvl="5" algn="ctr">
              <a:spcBef>
                <a:spcPts val="0"/>
              </a:spcBef>
              <a:spcAft>
                <a:spcPts val="0"/>
              </a:spcAft>
              <a:buSzPts val="73745"/>
              <a:buNone/>
              <a:defRPr sz="73745"/>
            </a:lvl6pPr>
            <a:lvl7pPr lvl="6" algn="ctr">
              <a:spcBef>
                <a:spcPts val="0"/>
              </a:spcBef>
              <a:spcAft>
                <a:spcPts val="0"/>
              </a:spcAft>
              <a:buSzPts val="73745"/>
              <a:buNone/>
              <a:defRPr sz="73745"/>
            </a:lvl7pPr>
            <a:lvl8pPr lvl="7" algn="ctr">
              <a:spcBef>
                <a:spcPts val="0"/>
              </a:spcBef>
              <a:spcAft>
                <a:spcPts val="0"/>
              </a:spcAft>
              <a:buSzPts val="73745"/>
              <a:buNone/>
              <a:defRPr sz="73745"/>
            </a:lvl8pPr>
            <a:lvl9pPr lvl="8" algn="ctr">
              <a:spcBef>
                <a:spcPts val="0"/>
              </a:spcBef>
              <a:spcAft>
                <a:spcPts val="0"/>
              </a:spcAft>
              <a:buSzPts val="73745"/>
              <a:buNone/>
              <a:defRPr sz="73745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/>
          <p:nvPr>
            <p:ph idx="1" type="body"/>
          </p:nvPr>
        </p:nvSpPr>
        <p:spPr>
          <a:xfrm>
            <a:off x="2161120" y="10087120"/>
            <a:ext cx="59076300" cy="4162500"/>
          </a:xfrm>
          <a:prstGeom prst="rect">
            <a:avLst/>
          </a:prstGeom>
        </p:spPr>
        <p:txBody>
          <a:bodyPr anchorCtr="0" anchor="t" bIns="561775" lIns="561775" spcFirstLastPara="1" rIns="561775" wrap="square" tIns="561775">
            <a:normAutofit/>
          </a:bodyPr>
          <a:lstStyle>
            <a:lvl1pPr indent="-931018" lvl="0" marL="457200" algn="ctr">
              <a:spcBef>
                <a:spcPts val="0"/>
              </a:spcBef>
              <a:spcAft>
                <a:spcPts val="0"/>
              </a:spcAft>
              <a:buSzPts val="11062"/>
              <a:buChar char="●"/>
              <a:defRPr sz="11062"/>
            </a:lvl1pPr>
            <a:lvl2pPr indent="-774924" lvl="1" marL="914400" algn="ctr">
              <a:spcBef>
                <a:spcPts val="0"/>
              </a:spcBef>
              <a:spcAft>
                <a:spcPts val="0"/>
              </a:spcAft>
              <a:buSzPts val="8604"/>
              <a:buChar char="○"/>
              <a:defRPr sz="8604"/>
            </a:lvl2pPr>
            <a:lvl3pPr indent="-774924" lvl="2" marL="1371600" algn="ctr">
              <a:spcBef>
                <a:spcPts val="0"/>
              </a:spcBef>
              <a:spcAft>
                <a:spcPts val="0"/>
              </a:spcAft>
              <a:buSzPts val="8604"/>
              <a:buChar char="■"/>
              <a:defRPr sz="8604"/>
            </a:lvl3pPr>
            <a:lvl4pPr indent="-774924" lvl="3" marL="1828800" algn="ctr">
              <a:spcBef>
                <a:spcPts val="0"/>
              </a:spcBef>
              <a:spcAft>
                <a:spcPts val="0"/>
              </a:spcAft>
              <a:buSzPts val="8604"/>
              <a:buChar char="●"/>
              <a:defRPr sz="8604"/>
            </a:lvl4pPr>
            <a:lvl5pPr indent="-774924" lvl="4" marL="2286000" algn="ctr">
              <a:spcBef>
                <a:spcPts val="0"/>
              </a:spcBef>
              <a:spcAft>
                <a:spcPts val="0"/>
              </a:spcAft>
              <a:buSzPts val="8604"/>
              <a:buChar char="○"/>
              <a:defRPr sz="8604"/>
            </a:lvl5pPr>
            <a:lvl6pPr indent="-774924" lvl="5" marL="2743200" algn="ctr">
              <a:spcBef>
                <a:spcPts val="0"/>
              </a:spcBef>
              <a:spcAft>
                <a:spcPts val="0"/>
              </a:spcAft>
              <a:buSzPts val="8604"/>
              <a:buChar char="■"/>
              <a:defRPr sz="8604"/>
            </a:lvl6pPr>
            <a:lvl7pPr indent="-774924" lvl="6" marL="3200400" algn="ctr">
              <a:spcBef>
                <a:spcPts val="0"/>
              </a:spcBef>
              <a:spcAft>
                <a:spcPts val="0"/>
              </a:spcAft>
              <a:buSzPts val="8604"/>
              <a:buChar char="●"/>
              <a:defRPr sz="8604"/>
            </a:lvl7pPr>
            <a:lvl8pPr indent="-774924" lvl="7" marL="3657600" algn="ctr">
              <a:spcBef>
                <a:spcPts val="0"/>
              </a:spcBef>
              <a:spcAft>
                <a:spcPts val="0"/>
              </a:spcAft>
              <a:buSzPts val="8604"/>
              <a:buChar char="○"/>
              <a:defRPr sz="8604"/>
            </a:lvl8pPr>
            <a:lvl9pPr indent="-774924" lvl="8" marL="4114800" algn="ctr">
              <a:spcBef>
                <a:spcPts val="0"/>
              </a:spcBef>
              <a:spcAft>
                <a:spcPts val="0"/>
              </a:spcAft>
              <a:buSzPts val="8604"/>
              <a:buChar char="■"/>
              <a:defRPr sz="8604"/>
            </a:lvl9pPr>
          </a:lstStyle>
          <a:p/>
        </p:txBody>
      </p:sp>
      <p:sp>
        <p:nvSpPr>
          <p:cNvPr id="50" name="Google Shape;50;p11"/>
          <p:cNvSpPr txBox="1"/>
          <p:nvPr>
            <p:ph idx="12" type="sldNum"/>
          </p:nvPr>
        </p:nvSpPr>
        <p:spPr>
          <a:xfrm>
            <a:off x="58742374" y="14922294"/>
            <a:ext cx="3804300" cy="1259400"/>
          </a:xfrm>
          <a:prstGeom prst="rect">
            <a:avLst/>
          </a:prstGeom>
        </p:spPr>
        <p:txBody>
          <a:bodyPr anchorCtr="0" anchor="ctr" bIns="561775" lIns="561775" spcFirstLastPara="1" rIns="561775" wrap="square" tIns="561775">
            <a:normAutofit fontScale="25000" lnSpcReduction="20000"/>
          </a:bodyPr>
          <a:lstStyle>
            <a:lvl1pPr lvl="0">
              <a:buNone/>
              <a:defRPr sz="6145"/>
            </a:lvl1pPr>
            <a:lvl2pPr lvl="1">
              <a:buNone/>
              <a:defRPr sz="6145"/>
            </a:lvl2pPr>
            <a:lvl3pPr lvl="2">
              <a:buNone/>
              <a:defRPr sz="6145"/>
            </a:lvl3pPr>
            <a:lvl4pPr lvl="3">
              <a:buNone/>
              <a:defRPr sz="6145"/>
            </a:lvl4pPr>
            <a:lvl5pPr lvl="4">
              <a:buNone/>
              <a:defRPr sz="6145"/>
            </a:lvl5pPr>
            <a:lvl6pPr lvl="5">
              <a:buNone/>
              <a:defRPr sz="6145"/>
            </a:lvl6pPr>
            <a:lvl7pPr lvl="6">
              <a:buNone/>
              <a:defRPr sz="6145"/>
            </a:lvl7pPr>
            <a:lvl8pPr lvl="7">
              <a:buNone/>
              <a:defRPr sz="6145"/>
            </a:lvl8pPr>
            <a:lvl9pPr lvl="8">
              <a:buNone/>
              <a:defRPr sz="614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/>
          <p:nvPr>
            <p:ph idx="12" type="sldNum"/>
          </p:nvPr>
        </p:nvSpPr>
        <p:spPr>
          <a:xfrm>
            <a:off x="58742374" y="14922294"/>
            <a:ext cx="3804300" cy="1259400"/>
          </a:xfrm>
          <a:prstGeom prst="rect">
            <a:avLst/>
          </a:prstGeom>
        </p:spPr>
        <p:txBody>
          <a:bodyPr anchorCtr="0" anchor="ctr" bIns="561775" lIns="561775" spcFirstLastPara="1" rIns="561775" wrap="square" tIns="561775">
            <a:normAutofit fontScale="25000" lnSpcReduction="20000"/>
          </a:bodyPr>
          <a:lstStyle>
            <a:lvl1pPr lvl="0">
              <a:buNone/>
              <a:defRPr sz="6145"/>
            </a:lvl1pPr>
            <a:lvl2pPr lvl="1">
              <a:buNone/>
              <a:defRPr sz="6145"/>
            </a:lvl2pPr>
            <a:lvl3pPr lvl="2">
              <a:buNone/>
              <a:defRPr sz="6145"/>
            </a:lvl3pPr>
            <a:lvl4pPr lvl="3">
              <a:buNone/>
              <a:defRPr sz="6145"/>
            </a:lvl4pPr>
            <a:lvl5pPr lvl="4">
              <a:buNone/>
              <a:defRPr sz="6145"/>
            </a:lvl5pPr>
            <a:lvl6pPr lvl="5">
              <a:buNone/>
              <a:defRPr sz="6145"/>
            </a:lvl6pPr>
            <a:lvl7pPr lvl="6">
              <a:buNone/>
              <a:defRPr sz="6145"/>
            </a:lvl7pPr>
            <a:lvl8pPr lvl="7">
              <a:buNone/>
              <a:defRPr sz="6145"/>
            </a:lvl8pPr>
            <a:lvl9pPr lvl="8">
              <a:buNone/>
              <a:defRPr sz="614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idx="12" type="sldNum"/>
          </p:nvPr>
        </p:nvSpPr>
        <p:spPr>
          <a:xfrm>
            <a:off x="58742374" y="14922294"/>
            <a:ext cx="3804300" cy="1259400"/>
          </a:xfrm>
          <a:prstGeom prst="rect">
            <a:avLst/>
          </a:prstGeom>
        </p:spPr>
        <p:txBody>
          <a:bodyPr anchorCtr="0" anchor="ctr" bIns="561775" lIns="561775" spcFirstLastPara="1" rIns="561775" wrap="square" tIns="561775">
            <a:normAutofit fontScale="25000" lnSpcReduction="20000"/>
          </a:bodyPr>
          <a:lstStyle>
            <a:lvl1pPr lvl="0">
              <a:buNone/>
              <a:defRPr sz="6145"/>
            </a:lvl1pPr>
            <a:lvl2pPr lvl="1">
              <a:buNone/>
              <a:defRPr sz="6145"/>
            </a:lvl2pPr>
            <a:lvl3pPr lvl="2">
              <a:buNone/>
              <a:defRPr sz="6145"/>
            </a:lvl3pPr>
            <a:lvl4pPr lvl="3">
              <a:buNone/>
              <a:defRPr sz="6145"/>
            </a:lvl4pPr>
            <a:lvl5pPr lvl="4">
              <a:buNone/>
              <a:defRPr sz="6145"/>
            </a:lvl5pPr>
            <a:lvl6pPr lvl="5">
              <a:buNone/>
              <a:defRPr sz="6145"/>
            </a:lvl6pPr>
            <a:lvl7pPr lvl="6">
              <a:buNone/>
              <a:defRPr sz="6145"/>
            </a:lvl7pPr>
            <a:lvl8pPr lvl="7">
              <a:buNone/>
              <a:defRPr sz="6145"/>
            </a:lvl8pPr>
            <a:lvl9pPr lvl="8">
              <a:buNone/>
              <a:defRPr sz="614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"/>
              <a:t>‹#›</a:t>
            </a:fld>
            <a:endParaRPr/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25668" y="573361"/>
            <a:ext cx="2694661" cy="7315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عنوان فقط (g3f53caaa25f_90_0)">
  <p:cSld name="عنوان فقط (g3f53caaa25f_90_0)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title"/>
          </p:nvPr>
        </p:nvSpPr>
        <p:spPr>
          <a:xfrm>
            <a:off x="2161120" y="1424080"/>
            <a:ext cx="59076300" cy="1832700"/>
          </a:xfrm>
          <a:prstGeom prst="rect">
            <a:avLst/>
          </a:prstGeom>
        </p:spPr>
        <p:txBody>
          <a:bodyPr anchorCtr="0" anchor="t" bIns="561775" lIns="561775" spcFirstLastPara="1" rIns="561775" wrap="square" tIns="5617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1pPr>
            <a:lvl2pPr lvl="1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2pPr>
            <a:lvl3pPr lvl="2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3pPr>
            <a:lvl4pPr lvl="3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4pPr>
            <a:lvl5pPr lvl="4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5pPr>
            <a:lvl6pPr lvl="5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6pPr>
            <a:lvl7pPr lvl="6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7pPr>
            <a:lvl8pPr lvl="7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8pPr>
            <a:lvl9pPr lvl="8">
              <a:spcBef>
                <a:spcPts val="0"/>
              </a:spcBef>
              <a:spcAft>
                <a:spcPts val="0"/>
              </a:spcAft>
              <a:buSzPts val="17207"/>
              <a:buNone/>
              <a:defRPr sz="17207"/>
            </a:lvl9pPr>
          </a:lstStyle>
          <a:p/>
        </p:txBody>
      </p:sp>
      <p:sp>
        <p:nvSpPr>
          <p:cNvPr id="58" name="Google Shape;58;p14"/>
          <p:cNvSpPr txBox="1"/>
          <p:nvPr>
            <p:ph idx="12" type="sldNum"/>
          </p:nvPr>
        </p:nvSpPr>
        <p:spPr>
          <a:xfrm>
            <a:off x="58742374" y="14922294"/>
            <a:ext cx="3804300" cy="1259400"/>
          </a:xfrm>
          <a:prstGeom prst="rect">
            <a:avLst/>
          </a:prstGeom>
        </p:spPr>
        <p:txBody>
          <a:bodyPr anchorCtr="0" anchor="ctr" bIns="561775" lIns="561775" spcFirstLastPara="1" rIns="561775" wrap="square" tIns="561775">
            <a:normAutofit fontScale="25000" lnSpcReduction="20000"/>
          </a:bodyPr>
          <a:lstStyle>
            <a:lvl1pPr lvl="0">
              <a:buNone/>
              <a:defRPr sz="6145"/>
            </a:lvl1pPr>
            <a:lvl2pPr lvl="1">
              <a:buNone/>
              <a:defRPr sz="6145"/>
            </a:lvl2pPr>
            <a:lvl3pPr lvl="2">
              <a:buNone/>
              <a:defRPr sz="6145"/>
            </a:lvl3pPr>
            <a:lvl4pPr lvl="3">
              <a:buNone/>
              <a:defRPr sz="6145"/>
            </a:lvl4pPr>
            <a:lvl5pPr lvl="4">
              <a:buNone/>
              <a:defRPr sz="6145"/>
            </a:lvl5pPr>
            <a:lvl6pPr lvl="5">
              <a:buNone/>
              <a:defRPr sz="6145"/>
            </a:lvl6pPr>
            <a:lvl7pPr lvl="6">
              <a:buNone/>
              <a:defRPr sz="6145"/>
            </a:lvl7pPr>
            <a:lvl8pPr lvl="7">
              <a:buNone/>
              <a:defRPr sz="6145"/>
            </a:lvl8pPr>
            <a:lvl9pPr lvl="8">
              <a:buNone/>
              <a:defRPr sz="614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145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161120" y="1424080"/>
            <a:ext cx="59076300" cy="18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561775" lIns="561775" spcFirstLastPara="1" rIns="561775" wrap="square" tIns="5617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207"/>
              <a:buNone/>
              <a:defRPr sz="17207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207"/>
              <a:buNone/>
              <a:defRPr sz="17207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207"/>
              <a:buNone/>
              <a:defRPr sz="17207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207"/>
              <a:buNone/>
              <a:defRPr sz="17207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207"/>
              <a:buNone/>
              <a:defRPr sz="17207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207"/>
              <a:buNone/>
              <a:defRPr sz="17207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207"/>
              <a:buNone/>
              <a:defRPr sz="17207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207"/>
              <a:buNone/>
              <a:defRPr sz="17207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207"/>
              <a:buNone/>
              <a:defRPr sz="17207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161120" y="3687920"/>
            <a:ext cx="59076300" cy="10932600"/>
          </a:xfrm>
          <a:prstGeom prst="rect">
            <a:avLst/>
          </a:prstGeom>
          <a:noFill/>
          <a:ln>
            <a:noFill/>
          </a:ln>
        </p:spPr>
        <p:txBody>
          <a:bodyPr anchorCtr="0" anchor="t" bIns="561775" lIns="561775" spcFirstLastPara="1" rIns="561775" wrap="square" tIns="561775">
            <a:normAutofit/>
          </a:bodyPr>
          <a:lstStyle>
            <a:lvl1pPr indent="-931018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62"/>
              <a:buChar char="●"/>
              <a:defRPr sz="11062">
                <a:solidFill>
                  <a:schemeClr val="dk2"/>
                </a:solidFill>
              </a:defRPr>
            </a:lvl1pPr>
            <a:lvl2pPr indent="-774924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4"/>
              <a:buChar char="○"/>
              <a:defRPr sz="8604">
                <a:solidFill>
                  <a:schemeClr val="dk2"/>
                </a:solidFill>
              </a:defRPr>
            </a:lvl2pPr>
            <a:lvl3pPr indent="-774924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4"/>
              <a:buChar char="■"/>
              <a:defRPr sz="8604">
                <a:solidFill>
                  <a:schemeClr val="dk2"/>
                </a:solidFill>
              </a:defRPr>
            </a:lvl3pPr>
            <a:lvl4pPr indent="-774924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4"/>
              <a:buChar char="●"/>
              <a:defRPr sz="8604">
                <a:solidFill>
                  <a:schemeClr val="dk2"/>
                </a:solidFill>
              </a:defRPr>
            </a:lvl4pPr>
            <a:lvl5pPr indent="-774924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4"/>
              <a:buChar char="○"/>
              <a:defRPr sz="8604">
                <a:solidFill>
                  <a:schemeClr val="dk2"/>
                </a:solidFill>
              </a:defRPr>
            </a:lvl5pPr>
            <a:lvl6pPr indent="-774924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4"/>
              <a:buChar char="■"/>
              <a:defRPr sz="8604">
                <a:solidFill>
                  <a:schemeClr val="dk2"/>
                </a:solidFill>
              </a:defRPr>
            </a:lvl6pPr>
            <a:lvl7pPr indent="-774924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4"/>
              <a:buChar char="●"/>
              <a:defRPr sz="8604">
                <a:solidFill>
                  <a:schemeClr val="dk2"/>
                </a:solidFill>
              </a:defRPr>
            </a:lvl7pPr>
            <a:lvl8pPr indent="-774924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4"/>
              <a:buChar char="○"/>
              <a:defRPr sz="8604">
                <a:solidFill>
                  <a:schemeClr val="dk2"/>
                </a:solidFill>
              </a:defRPr>
            </a:lvl8pPr>
            <a:lvl9pPr indent="-774924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4"/>
              <a:buChar char="■"/>
              <a:defRPr sz="8604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58742374" y="14922294"/>
            <a:ext cx="3804300" cy="125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61775" lIns="561775" spcFirstLastPara="1" rIns="561775" wrap="square" tIns="561775">
            <a:normAutofit fontScale="25000" lnSpcReduction="20000"/>
          </a:bodyPr>
          <a:lstStyle>
            <a:lvl1pPr lvl="0" algn="r">
              <a:buNone/>
              <a:defRPr sz="6145">
                <a:solidFill>
                  <a:schemeClr val="dk2"/>
                </a:solidFill>
              </a:defRPr>
            </a:lvl1pPr>
            <a:lvl2pPr lvl="1" algn="r">
              <a:buNone/>
              <a:defRPr sz="6145">
                <a:solidFill>
                  <a:schemeClr val="dk2"/>
                </a:solidFill>
              </a:defRPr>
            </a:lvl2pPr>
            <a:lvl3pPr lvl="2" algn="r">
              <a:buNone/>
              <a:defRPr sz="6145">
                <a:solidFill>
                  <a:schemeClr val="dk2"/>
                </a:solidFill>
              </a:defRPr>
            </a:lvl3pPr>
            <a:lvl4pPr lvl="3" algn="r">
              <a:buNone/>
              <a:defRPr sz="6145">
                <a:solidFill>
                  <a:schemeClr val="dk2"/>
                </a:solidFill>
              </a:defRPr>
            </a:lvl4pPr>
            <a:lvl5pPr lvl="4" algn="r">
              <a:buNone/>
              <a:defRPr sz="6145">
                <a:solidFill>
                  <a:schemeClr val="dk2"/>
                </a:solidFill>
              </a:defRPr>
            </a:lvl5pPr>
            <a:lvl6pPr lvl="5" algn="r">
              <a:buNone/>
              <a:defRPr sz="6145">
                <a:solidFill>
                  <a:schemeClr val="dk2"/>
                </a:solidFill>
              </a:defRPr>
            </a:lvl6pPr>
            <a:lvl7pPr lvl="6" algn="r">
              <a:buNone/>
              <a:defRPr sz="6145">
                <a:solidFill>
                  <a:schemeClr val="dk2"/>
                </a:solidFill>
              </a:defRPr>
            </a:lvl7pPr>
            <a:lvl8pPr lvl="7" algn="r">
              <a:buNone/>
              <a:defRPr sz="6145">
                <a:solidFill>
                  <a:schemeClr val="dk2"/>
                </a:solidFill>
              </a:defRPr>
            </a:lvl8pPr>
            <a:lvl9pPr lvl="8" algn="r">
              <a:buNone/>
              <a:defRPr sz="6145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"/>
              <a:t>‹#›</a:t>
            </a:fld>
            <a:endParaRPr/>
          </a:p>
        </p:txBody>
      </p:sp>
      <p:pic>
        <p:nvPicPr>
          <p:cNvPr id="9" name="Google Shape;9;p1" title="خلفيات القالب الجديد-07.png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0" y="0"/>
            <a:ext cx="29260810" cy="164592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1" title="Bg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29260810" cy="1645920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3"/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jp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1.png"/><Relationship Id="rId7" Type="http://schemas.openxmlformats.org/officeDocument/2006/relationships/image" Target="../media/image17.png"/><Relationship Id="rId8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.png"/><Relationship Id="rId6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Relationship Id="rId4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idx="4294967295" type="title"/>
          </p:nvPr>
        </p:nvSpPr>
        <p:spPr>
          <a:xfrm>
            <a:off x="13571853" y="7068494"/>
            <a:ext cx="36254400" cy="4805700"/>
          </a:xfrm>
          <a:prstGeom prst="rect">
            <a:avLst/>
          </a:prstGeom>
        </p:spPr>
        <p:txBody>
          <a:bodyPr anchorCtr="0" anchor="t" bIns="764875" lIns="764875" spcFirstLastPara="1" rIns="764875" wrap="square" tIns="764875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SzPts val="8283"/>
              <a:buNone/>
            </a:pPr>
            <a:r>
              <a:rPr b="1" lang="ar" sz="25213">
                <a:solidFill>
                  <a:schemeClr val="lt1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البصيرة · Al-Baseera</a:t>
            </a:r>
            <a:endParaRPr b="1" sz="25213">
              <a:solidFill>
                <a:schemeClr val="lt1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64" name="Google Shape;64;p15"/>
          <p:cNvSpPr txBox="1"/>
          <p:nvPr>
            <p:ph idx="4294967295" type="title"/>
          </p:nvPr>
        </p:nvSpPr>
        <p:spPr>
          <a:xfrm>
            <a:off x="28926731" y="5317449"/>
            <a:ext cx="20899800" cy="2336700"/>
          </a:xfrm>
          <a:prstGeom prst="rect">
            <a:avLst/>
          </a:prstGeom>
        </p:spPr>
        <p:txBody>
          <a:bodyPr anchorCtr="0" anchor="t" bIns="764875" lIns="764875" spcFirstLastPara="1" rIns="764875" wrap="square" tIns="764875">
            <a:normAutofit fontScale="90000"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72382"/>
              <a:buFont typeface="Arial"/>
              <a:buNone/>
            </a:pPr>
            <a:r>
              <a:rPr b="1" lang="ar" sz="12716">
                <a:solidFill>
                  <a:srgbClr val="C36C4F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الذكاء الاصطناعي التوليدي للتقنية المالية</a:t>
            </a:r>
            <a:endParaRPr b="1" sz="12716">
              <a:solidFill>
                <a:srgbClr val="C36C4F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pic>
        <p:nvPicPr>
          <p:cNvPr id="65" name="Google Shape;6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45917" y="2140713"/>
            <a:ext cx="6156308" cy="1208402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909095" y="1230627"/>
            <a:ext cx="4948550" cy="302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683376" y="2022452"/>
            <a:ext cx="3808522" cy="1444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/>
        </p:nvSpPr>
        <p:spPr>
          <a:xfrm>
            <a:off x="42763020" y="4705600"/>
            <a:ext cx="12057900" cy="136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500" lIns="625500" spcFirstLastPara="1" rIns="625500" wrap="square" tIns="62550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" sz="7200">
                <a:solidFill>
                  <a:schemeClr val="lt1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أعضاء الفريق</a:t>
            </a:r>
            <a:endParaRPr sz="7200">
              <a:solidFill>
                <a:schemeClr val="lt1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73" name="Google Shape;73;p16"/>
          <p:cNvSpPr/>
          <p:nvPr/>
        </p:nvSpPr>
        <p:spPr>
          <a:xfrm>
            <a:off x="55404326" y="4705600"/>
            <a:ext cx="2928600" cy="1368900"/>
          </a:xfrm>
          <a:prstGeom prst="roundRect">
            <a:avLst>
              <a:gd fmla="val 18808" name="adj"/>
            </a:avLst>
          </a:prstGeom>
          <a:solidFill>
            <a:srgbClr val="A99FE3"/>
          </a:solidFill>
          <a:ln>
            <a:noFill/>
          </a:ln>
        </p:spPr>
        <p:txBody>
          <a:bodyPr anchorCtr="0" anchor="ctr" bIns="625500" lIns="0" spcFirstLastPara="1" rIns="0" wrap="square" tIns="625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73"/>
              <a:buFont typeface="Arial"/>
              <a:buNone/>
            </a:pPr>
            <a:r>
              <a:rPr b="1" i="0" lang="ar" sz="8895" u="none" cap="none" strike="noStrike">
                <a:solidFill>
                  <a:schemeClr val="lt1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01</a:t>
            </a:r>
            <a:endParaRPr b="1" i="0" sz="8895" u="none" cap="none" strike="noStrike">
              <a:solidFill>
                <a:schemeClr val="lt1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42763020" y="7055398"/>
            <a:ext cx="12057900" cy="136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500" lIns="625500" spcFirstLastPara="1" rIns="625500" wrap="square" tIns="62550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" sz="7200">
                <a:solidFill>
                  <a:schemeClr val="lt1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المشكلة وحلّها</a:t>
            </a:r>
            <a:endParaRPr sz="7200">
              <a:solidFill>
                <a:schemeClr val="lt1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75" name="Google Shape;75;p16"/>
          <p:cNvSpPr/>
          <p:nvPr/>
        </p:nvSpPr>
        <p:spPr>
          <a:xfrm>
            <a:off x="55404326" y="7055398"/>
            <a:ext cx="2928600" cy="1368900"/>
          </a:xfrm>
          <a:prstGeom prst="roundRect">
            <a:avLst>
              <a:gd fmla="val 18808" name="adj"/>
            </a:avLst>
          </a:prstGeom>
          <a:solidFill>
            <a:srgbClr val="A99FE3"/>
          </a:solidFill>
          <a:ln>
            <a:noFill/>
          </a:ln>
        </p:spPr>
        <p:txBody>
          <a:bodyPr anchorCtr="0" anchor="ctr" bIns="625500" lIns="0" spcFirstLastPara="1" rIns="0" wrap="square" tIns="625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947"/>
              <a:buFont typeface="Arial"/>
              <a:buNone/>
            </a:pPr>
            <a:r>
              <a:rPr b="1" i="0" lang="ar" sz="8895" u="none" cap="none" strike="noStrike">
                <a:solidFill>
                  <a:schemeClr val="lt1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02</a:t>
            </a:r>
            <a:endParaRPr b="1" i="0" sz="8895" u="none" cap="none" strike="noStrike">
              <a:solidFill>
                <a:schemeClr val="lt1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42781361" y="9498361"/>
            <a:ext cx="12057900" cy="136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500" lIns="625500" spcFirstLastPara="1" rIns="625500" wrap="square" tIns="62550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" sz="7200">
                <a:solidFill>
                  <a:schemeClr val="lt1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وصف ومواءمة الفكرة للمسار</a:t>
            </a:r>
            <a:endParaRPr sz="7200">
              <a:solidFill>
                <a:schemeClr val="lt1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77" name="Google Shape;77;p16"/>
          <p:cNvSpPr/>
          <p:nvPr/>
        </p:nvSpPr>
        <p:spPr>
          <a:xfrm>
            <a:off x="55404326" y="9498361"/>
            <a:ext cx="2928600" cy="1368900"/>
          </a:xfrm>
          <a:prstGeom prst="roundRect">
            <a:avLst>
              <a:gd fmla="val 18808" name="adj"/>
            </a:avLst>
          </a:prstGeom>
          <a:solidFill>
            <a:srgbClr val="A99FE3"/>
          </a:solidFill>
          <a:ln>
            <a:noFill/>
          </a:ln>
        </p:spPr>
        <p:txBody>
          <a:bodyPr anchorCtr="0" anchor="ctr" bIns="625500" lIns="0" spcFirstLastPara="1" rIns="0" wrap="square" tIns="625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947"/>
              <a:buFont typeface="Arial"/>
              <a:buNone/>
            </a:pPr>
            <a:r>
              <a:rPr b="1" i="0" lang="ar" sz="8895" u="none" cap="none" strike="noStrike">
                <a:solidFill>
                  <a:schemeClr val="lt1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03</a:t>
            </a:r>
            <a:endParaRPr b="1" i="0" sz="8895" u="none" cap="none" strike="noStrike">
              <a:solidFill>
                <a:schemeClr val="lt1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42763020" y="11848159"/>
            <a:ext cx="12057900" cy="136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500" lIns="625500" spcFirstLastPara="1" rIns="625500" wrap="square" tIns="62550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" sz="7200">
                <a:solidFill>
                  <a:schemeClr val="lt1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البيانات المستخدمة وتوفيرها</a:t>
            </a:r>
            <a:endParaRPr sz="7200">
              <a:solidFill>
                <a:schemeClr val="lt1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79" name="Google Shape;79;p16"/>
          <p:cNvSpPr/>
          <p:nvPr/>
        </p:nvSpPr>
        <p:spPr>
          <a:xfrm>
            <a:off x="55404326" y="11848159"/>
            <a:ext cx="2928600" cy="1368900"/>
          </a:xfrm>
          <a:prstGeom prst="roundRect">
            <a:avLst>
              <a:gd fmla="val 18808" name="adj"/>
            </a:avLst>
          </a:prstGeom>
          <a:solidFill>
            <a:srgbClr val="A99FE3"/>
          </a:solidFill>
          <a:ln>
            <a:noFill/>
          </a:ln>
        </p:spPr>
        <p:txBody>
          <a:bodyPr anchorCtr="0" anchor="ctr" bIns="625500" lIns="0" spcFirstLastPara="1" rIns="0" wrap="square" tIns="625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947"/>
              <a:buFont typeface="Arial"/>
              <a:buNone/>
            </a:pPr>
            <a:r>
              <a:rPr b="1" i="0" lang="ar" sz="8895" u="none" cap="none" strike="noStrike">
                <a:solidFill>
                  <a:schemeClr val="lt1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04</a:t>
            </a:r>
            <a:endParaRPr b="1" i="0" sz="8895" u="none" cap="none" strike="noStrike">
              <a:solidFill>
                <a:schemeClr val="lt1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80" name="Google Shape;80;p16"/>
          <p:cNvSpPr txBox="1"/>
          <p:nvPr/>
        </p:nvSpPr>
        <p:spPr>
          <a:xfrm>
            <a:off x="16019442" y="4705625"/>
            <a:ext cx="16579800" cy="136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500" lIns="625500" spcFirstLastPara="1" rIns="625500" wrap="square" tIns="62550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" sz="7200">
                <a:solidFill>
                  <a:schemeClr val="lt1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التقنيات المستخدمة</a:t>
            </a:r>
            <a:endParaRPr sz="7200">
              <a:solidFill>
                <a:schemeClr val="lt1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33185246" y="4705600"/>
            <a:ext cx="2928600" cy="1368900"/>
          </a:xfrm>
          <a:prstGeom prst="roundRect">
            <a:avLst>
              <a:gd fmla="val 18808" name="adj"/>
            </a:avLst>
          </a:prstGeom>
          <a:solidFill>
            <a:srgbClr val="A99FE3"/>
          </a:solidFill>
          <a:ln>
            <a:noFill/>
          </a:ln>
        </p:spPr>
        <p:txBody>
          <a:bodyPr anchorCtr="0" anchor="ctr" bIns="625500" lIns="0" spcFirstLastPara="1" rIns="0" wrap="square" tIns="625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947"/>
              <a:buFont typeface="Arial"/>
              <a:buNone/>
            </a:pPr>
            <a:r>
              <a:rPr b="1" i="0" lang="ar" sz="8895" u="none" cap="none" strike="noStrike">
                <a:solidFill>
                  <a:schemeClr val="lt1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05</a:t>
            </a:r>
            <a:endParaRPr b="1" i="0" sz="8895" u="none" cap="none" strike="noStrike">
              <a:solidFill>
                <a:schemeClr val="lt1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16020957" y="7055385"/>
            <a:ext cx="16579800" cy="136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500" lIns="625500" spcFirstLastPara="1" rIns="625500" wrap="square" tIns="62550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" sz="7200">
                <a:solidFill>
                  <a:schemeClr val="lt1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الاختبار والتحقق</a:t>
            </a:r>
            <a:endParaRPr sz="7200">
              <a:solidFill>
                <a:schemeClr val="lt1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33185246" y="7055398"/>
            <a:ext cx="2928600" cy="1368900"/>
          </a:xfrm>
          <a:prstGeom prst="roundRect">
            <a:avLst>
              <a:gd fmla="val 18808" name="adj"/>
            </a:avLst>
          </a:prstGeom>
          <a:solidFill>
            <a:srgbClr val="A99FE3"/>
          </a:solidFill>
          <a:ln>
            <a:noFill/>
          </a:ln>
        </p:spPr>
        <p:txBody>
          <a:bodyPr anchorCtr="0" anchor="ctr" bIns="625500" lIns="0" spcFirstLastPara="1" rIns="0" wrap="square" tIns="625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947"/>
              <a:buFont typeface="Arial"/>
              <a:buNone/>
            </a:pPr>
            <a:r>
              <a:rPr b="1" i="0" lang="ar" sz="8895" u="none" cap="none" strike="noStrike">
                <a:solidFill>
                  <a:schemeClr val="lt1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06</a:t>
            </a:r>
            <a:endParaRPr b="1" i="0" sz="8895" u="none" cap="none" strike="noStrike">
              <a:solidFill>
                <a:schemeClr val="lt1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84" name="Google Shape;84;p16"/>
          <p:cNvSpPr txBox="1"/>
          <p:nvPr/>
        </p:nvSpPr>
        <p:spPr>
          <a:xfrm>
            <a:off x="16024546" y="9498361"/>
            <a:ext cx="16579800" cy="136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25500" lIns="625500" spcFirstLastPara="1" rIns="625500" wrap="square" tIns="62550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" sz="7200">
                <a:solidFill>
                  <a:schemeClr val="lt1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العرض التوضيحي والخطط المستقبلية</a:t>
            </a:r>
            <a:endParaRPr sz="7200">
              <a:solidFill>
                <a:schemeClr val="lt1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33185246" y="9498361"/>
            <a:ext cx="2928600" cy="1368900"/>
          </a:xfrm>
          <a:prstGeom prst="roundRect">
            <a:avLst>
              <a:gd fmla="val 18808" name="adj"/>
            </a:avLst>
          </a:prstGeom>
          <a:solidFill>
            <a:srgbClr val="A99FE3"/>
          </a:solidFill>
          <a:ln>
            <a:noFill/>
          </a:ln>
        </p:spPr>
        <p:txBody>
          <a:bodyPr anchorCtr="0" anchor="ctr" bIns="625500" lIns="0" spcFirstLastPara="1" rIns="0" wrap="square" tIns="6255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947"/>
              <a:buFont typeface="Arial"/>
              <a:buNone/>
            </a:pPr>
            <a:r>
              <a:rPr b="1" i="0" lang="ar" sz="8895" u="none" cap="none" strike="noStrike">
                <a:solidFill>
                  <a:schemeClr val="lt1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07</a:t>
            </a:r>
            <a:endParaRPr b="1" i="0" sz="8895" u="none" cap="none" strike="noStrike">
              <a:solidFill>
                <a:schemeClr val="lt1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35494777" y="1942164"/>
            <a:ext cx="23067300" cy="16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35175" lIns="535175" spcFirstLastPara="1" rIns="535175" wrap="square" tIns="535175">
            <a:noAutofit/>
          </a:bodyPr>
          <a:lstStyle/>
          <a:p>
            <a:pPr indent="0" lvl="0" marL="0" rtl="1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ar" sz="9600">
                <a:solidFill>
                  <a:srgbClr val="C36C4F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المحتويات</a:t>
            </a:r>
            <a:endParaRPr sz="9600">
              <a:solidFill>
                <a:srgbClr val="C36C4F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/>
        </p:nvSpPr>
        <p:spPr>
          <a:xfrm>
            <a:off x="6448500" y="2606840"/>
            <a:ext cx="50500200" cy="3552300"/>
          </a:xfrm>
          <a:prstGeom prst="rect">
            <a:avLst/>
          </a:prstGeom>
          <a:noFill/>
          <a:ln>
            <a:noFill/>
          </a:ln>
        </p:spPr>
        <p:txBody>
          <a:bodyPr anchorCtr="0" anchor="t" bIns="597200" lIns="597200" spcFirstLastPara="1" rIns="597200" wrap="square" tIns="597200">
            <a:noAutofit/>
          </a:bodyPr>
          <a:lstStyle/>
          <a:p>
            <a:pPr indent="0" lvl="0" marL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ar" sz="18288">
                <a:solidFill>
                  <a:srgbClr val="C36C4F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أعضاء الفريق</a:t>
            </a:r>
            <a:endParaRPr sz="18288">
              <a:solidFill>
                <a:srgbClr val="C36C4F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92" name="Google Shape;92;p17"/>
          <p:cNvSpPr/>
          <p:nvPr/>
        </p:nvSpPr>
        <p:spPr>
          <a:xfrm>
            <a:off x="38313360" y="7564125"/>
            <a:ext cx="2257500" cy="1974000"/>
          </a:xfrm>
          <a:prstGeom prst="roundRect">
            <a:avLst>
              <a:gd fmla="val 18808" name="adj"/>
            </a:avLst>
          </a:prstGeom>
          <a:solidFill>
            <a:srgbClr val="A99FE3"/>
          </a:solidFill>
          <a:ln>
            <a:noFill/>
          </a:ln>
        </p:spPr>
        <p:txBody>
          <a:bodyPr anchorCtr="0" anchor="ctr" bIns="472875" lIns="0" spcFirstLastPara="1" rIns="0" wrap="square" tIns="4728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276">
              <a:solidFill>
                <a:srgbClr val="F3F3F3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93" name="Google Shape;93;p17"/>
          <p:cNvSpPr txBox="1"/>
          <p:nvPr/>
        </p:nvSpPr>
        <p:spPr>
          <a:xfrm>
            <a:off x="36484560" y="9553873"/>
            <a:ext cx="5923500" cy="23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825" lIns="356825" spcFirstLastPara="1" rIns="356825" wrap="square" tIns="356825">
            <a:noAutofit/>
          </a:bodyPr>
          <a:lstStyle/>
          <a:p>
            <a:pPr indent="0" lvl="0" marL="0" rtl="1" algn="ctr">
              <a:lnSpc>
                <a:spcPct val="200000"/>
              </a:lnSpc>
              <a:spcBef>
                <a:spcPts val="0"/>
              </a:spcBef>
              <a:spcAft>
                <a:spcPts val="2294"/>
              </a:spcAft>
              <a:buNone/>
            </a:pPr>
            <a:r>
              <a:rPr lang="ar" sz="6844">
                <a:solidFill>
                  <a:srgbClr val="FFFFFF"/>
                </a:solidFill>
                <a:latin typeface="IBM Plex Sans Arabic Medium"/>
                <a:ea typeface="IBM Plex Sans Arabic Medium"/>
                <a:cs typeface="IBM Plex Sans Arabic Medium"/>
                <a:sym typeface="IBM Plex Sans Arabic Medium"/>
              </a:rPr>
              <a:t>مالك الحازمي</a:t>
            </a:r>
            <a:endParaRPr sz="6844">
              <a:solidFill>
                <a:srgbClr val="FFFFFF"/>
              </a:solidFill>
              <a:latin typeface="IBM Plex Sans Arabic Medium"/>
              <a:ea typeface="IBM Plex Sans Arabic Medium"/>
              <a:cs typeface="IBM Plex Sans Arabic Medium"/>
              <a:sym typeface="IBM Plex Sans Arabic Medium"/>
            </a:endParaRPr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953440" y="7881067"/>
            <a:ext cx="880654" cy="133996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7"/>
          <p:cNvSpPr txBox="1"/>
          <p:nvPr/>
        </p:nvSpPr>
        <p:spPr>
          <a:xfrm>
            <a:off x="20939760" y="9553873"/>
            <a:ext cx="5923500" cy="236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825" lIns="356825" spcFirstLastPara="1" rIns="356825" wrap="square" tIns="356825">
            <a:noAutofit/>
          </a:bodyPr>
          <a:lstStyle/>
          <a:p>
            <a:pPr indent="0" lvl="0" marL="0" rtl="1" algn="ctr">
              <a:lnSpc>
                <a:spcPct val="200000"/>
              </a:lnSpc>
              <a:spcBef>
                <a:spcPts val="0"/>
              </a:spcBef>
              <a:spcAft>
                <a:spcPts val="2294"/>
              </a:spcAft>
              <a:buNone/>
            </a:pPr>
            <a:r>
              <a:rPr lang="ar" sz="6844">
                <a:solidFill>
                  <a:srgbClr val="FFFFFF"/>
                </a:solidFill>
                <a:latin typeface="IBM Plex Sans Arabic Medium"/>
                <a:ea typeface="IBM Plex Sans Arabic Medium"/>
                <a:cs typeface="IBM Plex Sans Arabic Medium"/>
                <a:sym typeface="IBM Plex Sans Arabic Medium"/>
              </a:rPr>
              <a:t>محمد الحازمي</a:t>
            </a:r>
            <a:endParaRPr sz="6844">
              <a:solidFill>
                <a:srgbClr val="FFFFFF"/>
              </a:solidFill>
              <a:latin typeface="IBM Plex Sans Arabic Medium"/>
              <a:ea typeface="IBM Plex Sans Arabic Medium"/>
              <a:cs typeface="IBM Plex Sans Arabic Medium"/>
              <a:sym typeface="IBM Plex Sans Arabic Medium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22768560" y="7564125"/>
            <a:ext cx="2257500" cy="1974000"/>
          </a:xfrm>
          <a:prstGeom prst="roundRect">
            <a:avLst>
              <a:gd fmla="val 18808" name="adj"/>
            </a:avLst>
          </a:prstGeom>
          <a:solidFill>
            <a:srgbClr val="A99FE3"/>
          </a:solidFill>
          <a:ln>
            <a:noFill/>
          </a:ln>
        </p:spPr>
        <p:txBody>
          <a:bodyPr anchorCtr="0" anchor="ctr" bIns="472875" lIns="0" spcFirstLastPara="1" rIns="0" wrap="square" tIns="4728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8276">
              <a:solidFill>
                <a:srgbClr val="F3F3F3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pic>
        <p:nvPicPr>
          <p:cNvPr id="99" name="Google Shape;9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408640" y="7881067"/>
            <a:ext cx="880654" cy="13399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8" title="B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814400" y="0"/>
            <a:ext cx="65579602" cy="16459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8"/>
          <p:cNvSpPr txBox="1"/>
          <p:nvPr/>
        </p:nvSpPr>
        <p:spPr>
          <a:xfrm>
            <a:off x="32861250" y="1714500"/>
            <a:ext cx="23812500" cy="2095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47625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ar" sz="11000">
                <a:solidFill>
                  <a:srgbClr val="C36C4F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المشكلة وحلّها</a:t>
            </a:r>
            <a:endParaRPr b="1" i="0" sz="11000">
              <a:solidFill>
                <a:srgbClr val="C36C4F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pic>
        <p:nvPicPr>
          <p:cNvPr id="110" name="Picture 109" descr="s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4160520"/>
            <a:ext cx="56080152" cy="11603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 txBox="1"/>
          <p:nvPr/>
        </p:nvSpPr>
        <p:spPr>
          <a:xfrm>
            <a:off x="5283200" y="1524000"/>
            <a:ext cx="52832100" cy="213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" sz="15929">
                <a:solidFill>
                  <a:srgbClr val="C36C4F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وصف ومواءمة الفكرة للمسار</a:t>
            </a:r>
            <a:endParaRPr b="1" sz="15929">
              <a:solidFill>
                <a:srgbClr val="C36C4F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pic>
        <p:nvPicPr>
          <p:cNvPr id="121" name="Picture 120" descr="s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160520"/>
            <a:ext cx="56080152" cy="116037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0"/>
          <p:cNvSpPr txBox="1"/>
          <p:nvPr/>
        </p:nvSpPr>
        <p:spPr>
          <a:xfrm>
            <a:off x="5283200" y="1524000"/>
            <a:ext cx="52832100" cy="182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" sz="15929">
                <a:solidFill>
                  <a:srgbClr val="C36C4F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البيانات المستخدمة</a:t>
            </a:r>
            <a:endParaRPr b="1" sz="15929">
              <a:solidFill>
                <a:srgbClr val="C36C4F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pic>
        <p:nvPicPr>
          <p:cNvPr id="135" name="Picture 134" descr="s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160520"/>
            <a:ext cx="56080152" cy="116037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Google Shape;146;p21"/>
          <p:cNvGrpSpPr/>
          <p:nvPr/>
        </p:nvGrpSpPr>
        <p:grpSpPr>
          <a:xfrm>
            <a:off x="5283175" y="1524000"/>
            <a:ext cx="52831746" cy="1828800"/>
            <a:chOff x="762000" y="476250"/>
            <a:chExt cx="7620000" cy="571500"/>
          </a:xfrm>
        </p:grpSpPr>
        <p:sp>
          <p:nvSpPr>
            <p:cNvPr id="147" name="Google Shape;147;p21"/>
            <p:cNvSpPr/>
            <p:nvPr/>
          </p:nvSpPr>
          <p:spPr>
            <a:xfrm>
              <a:off x="762000" y="476250"/>
              <a:ext cx="76200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21"/>
            <p:cNvSpPr txBox="1"/>
            <p:nvPr/>
          </p:nvSpPr>
          <p:spPr>
            <a:xfrm>
              <a:off x="762000" y="476250"/>
              <a:ext cx="7620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1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ar" sz="15929">
                  <a:solidFill>
                    <a:srgbClr val="C36C4F"/>
                  </a:solidFill>
                  <a:latin typeface="IBM Plex Sans Arabic"/>
                  <a:ea typeface="IBM Plex Sans Arabic"/>
                  <a:cs typeface="IBM Plex Sans Arabic"/>
                  <a:sym typeface="IBM Plex Sans Arabic"/>
                </a:rPr>
                <a:t>كيفية توفير البيانات واستخدامها</a:t>
              </a:r>
              <a:endParaRPr b="1" sz="15929">
                <a:solidFill>
                  <a:srgbClr val="C36C4F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endParaRPr>
            </a:p>
          </p:txBody>
        </p:sp>
      </p:grpSp>
      <p:pic>
        <p:nvPicPr>
          <p:cNvPr id="149" name="Picture 148" descr="s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160520"/>
            <a:ext cx="56080152" cy="116037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2"/>
          <p:cNvSpPr txBox="1"/>
          <p:nvPr/>
        </p:nvSpPr>
        <p:spPr>
          <a:xfrm>
            <a:off x="5283200" y="1524000"/>
            <a:ext cx="52832100" cy="182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" sz="15929">
                <a:solidFill>
                  <a:srgbClr val="C36C4F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التقنيات المستخدمة</a:t>
            </a:r>
            <a:endParaRPr b="1" sz="15929">
              <a:solidFill>
                <a:srgbClr val="C36C4F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pic>
        <p:nvPicPr>
          <p:cNvPr id="160" name="Picture 159" descr="s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160520"/>
            <a:ext cx="56080152" cy="116037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3"/>
          <p:cNvSpPr txBox="1"/>
          <p:nvPr/>
        </p:nvSpPr>
        <p:spPr>
          <a:xfrm>
            <a:off x="5283200" y="1524000"/>
            <a:ext cx="52832100" cy="182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" sz="15929">
                <a:solidFill>
                  <a:srgbClr val="C36C4F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الاختبار والتحقق</a:t>
            </a:r>
            <a:endParaRPr b="1" sz="15929">
              <a:solidFill>
                <a:srgbClr val="C36C4F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pic>
        <p:nvPicPr>
          <p:cNvPr id="175" name="Picture 174" descr="s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160520"/>
            <a:ext cx="56080152" cy="116037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4"/>
          <p:cNvSpPr txBox="1"/>
          <p:nvPr/>
        </p:nvSpPr>
        <p:spPr>
          <a:xfrm>
            <a:off x="3962400" y="1524000"/>
            <a:ext cx="55473600" cy="182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" sz="15929">
                <a:solidFill>
                  <a:srgbClr val="C36C4F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العرض التوضيحي — لقطات حية من التطبيق</a:t>
            </a:r>
            <a:endParaRPr b="1" sz="15929">
              <a:solidFill>
                <a:srgbClr val="C36C4F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pic>
        <p:nvPicPr>
          <p:cNvPr id="182" name="Picture 181" descr="s10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7600" y="4160520"/>
            <a:ext cx="56080152" cy="1160373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89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1" name="Google Shape;181;p24"/>
          <p:cNvSpPr txBox="1"/>
          <p:nvPr/>
        </p:nvSpPr>
        <p:spPr>
          <a:xfrm>
            <a:off x="3962400" y="1524000"/>
            <a:ext cx="55473600" cy="182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" sz="15929">
                <a:solidFill>
                  <a:srgbClr val="C36C4F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العرض التوضيحي — فيلم العرض</a:t>
            </a:r>
            <a:endParaRPr b="1" sz="15929">
              <a:solidFill>
                <a:srgbClr val="C36C4F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pic>
        <p:nvPicPr>
          <p:cNvPr id="182" name="Picture 181" descr="s10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0" y="4160520"/>
            <a:ext cx="56080152" cy="11603736"/>
          </a:xfrm>
          <a:prstGeom prst="rect">
            <a:avLst/>
          </a:prstGeom>
        </p:spPr>
      </p:pic>
      <p:pic>
        <p:nvPicPr>
          <p:cNvPr id="183" name="AWC_OS_v9_film_ar_web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0884896" y="3703320"/>
            <a:ext cx="21625560" cy="121615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83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83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5"/>
          <p:cNvSpPr txBox="1"/>
          <p:nvPr/>
        </p:nvSpPr>
        <p:spPr>
          <a:xfrm>
            <a:off x="3962400" y="1524000"/>
            <a:ext cx="55473600" cy="182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" sz="15929">
                <a:solidFill>
                  <a:srgbClr val="C36C4F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التحديات والخطط المستقبلية</a:t>
            </a:r>
            <a:endParaRPr b="1" sz="15929">
              <a:solidFill>
                <a:srgbClr val="C36C4F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pic>
        <p:nvPicPr>
          <p:cNvPr id="194" name="Picture 193" descr="s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4160520"/>
            <a:ext cx="56080152" cy="116037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26"/>
          <p:cNvSpPr txBox="1"/>
          <p:nvPr/>
        </p:nvSpPr>
        <p:spPr>
          <a:xfrm>
            <a:off x="38467693" y="7139040"/>
            <a:ext cx="21230700" cy="2181000"/>
          </a:xfrm>
          <a:prstGeom prst="rect">
            <a:avLst/>
          </a:prstGeom>
          <a:noFill/>
          <a:ln>
            <a:noFill/>
          </a:ln>
        </p:spPr>
        <p:txBody>
          <a:bodyPr anchorCtr="0" anchor="b" bIns="520100" lIns="520100" spcFirstLastPara="1" rIns="520100" wrap="square" tIns="520100">
            <a:normAutofit fontScale="40000"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" sz="22756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شــــــكــــرًا لكــــــم</a:t>
            </a:r>
            <a:endParaRPr b="1" sz="22756">
              <a:solidFill>
                <a:srgbClr val="FFFFFF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sp>
        <p:nvSpPr>
          <p:cNvPr id="205" name="Google Shape;205;p26"/>
          <p:cNvSpPr txBox="1"/>
          <p:nvPr/>
        </p:nvSpPr>
        <p:spPr>
          <a:xfrm>
            <a:off x="28884613" y="9184240"/>
            <a:ext cx="30813000" cy="18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520100" lIns="520100" spcFirstLastPara="1" rIns="520100" wrap="square" tIns="5201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" sz="16498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  <a:sym typeface="IBM Plex Sans Arabic"/>
              </a:rPr>
              <a:t>THANK YOU</a:t>
            </a:r>
            <a:endParaRPr b="1" sz="16498">
              <a:solidFill>
                <a:srgbClr val="FFFFFF"/>
              </a:solidFill>
              <a:latin typeface="IBM Plex Sans Arabic"/>
              <a:ea typeface="IBM Plex Sans Arabic"/>
              <a:cs typeface="IBM Plex Sans Arabic"/>
              <a:sym typeface="IBM Plex Sans Arabic"/>
            </a:endParaRPr>
          </a:p>
        </p:txBody>
      </p:sp>
      <p:pic>
        <p:nvPicPr>
          <p:cNvPr id="206" name="Google Shape;206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45917" y="2140713"/>
            <a:ext cx="6156308" cy="1208402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909095" y="1230627"/>
            <a:ext cx="4948550" cy="3028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683376" y="2022452"/>
            <a:ext cx="3808522" cy="144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Picture 20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16000" y="6035040"/>
            <a:ext cx="4754880" cy="4754880"/>
          </a:xfrm>
          <a:prstGeom prst="rect">
            <a:avLst/>
          </a:prstGeom>
        </p:spPr>
      </p:pic>
      <p:sp>
        <p:nvSpPr>
          <p:cNvPr id="210" name="TextBox 209"/>
          <p:cNvSpPr txBox="1"/>
          <p:nvPr/>
        </p:nvSpPr>
        <p:spPr>
          <a:xfrm>
            <a:off x="8686800" y="11064240"/>
            <a:ext cx="148132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IBM Plex Sans Arabic"/>
              </a:rPr>
              <a:t>cytherai.com/awc-os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